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17" r:id="rId1"/>
  </p:sldMasterIdLst>
  <p:notesMasterIdLst>
    <p:notesMasterId r:id="rId16"/>
  </p:notesMasterIdLst>
  <p:sldIdLst>
    <p:sldId id="256" r:id="rId2"/>
    <p:sldId id="283" r:id="rId3"/>
    <p:sldId id="257" r:id="rId4"/>
    <p:sldId id="273" r:id="rId5"/>
    <p:sldId id="322" r:id="rId6"/>
    <p:sldId id="258" r:id="rId7"/>
    <p:sldId id="320" r:id="rId8"/>
    <p:sldId id="319" r:id="rId9"/>
    <p:sldId id="326" r:id="rId10"/>
    <p:sldId id="323" r:id="rId11"/>
    <p:sldId id="324" r:id="rId12"/>
    <p:sldId id="325" r:id="rId13"/>
    <p:sldId id="327" r:id="rId14"/>
    <p:sldId id="275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16530"/>
    <a:srgbClr val="8BC14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455"/>
    <p:restoredTop sz="96054"/>
  </p:normalViewPr>
  <p:slideViewPr>
    <p:cSldViewPr snapToGrid="0" snapToObjects="1">
      <p:cViewPr varScale="1">
        <p:scale>
          <a:sx n="128" d="100"/>
          <a:sy n="128" d="100"/>
        </p:scale>
        <p:origin x="112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BE71FC9-71DC-094F-9B2F-8E4190B177B7}" type="doc">
      <dgm:prSet loTypeId="urn:microsoft.com/office/officeart/2008/layout/LinedList" loCatId="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09072543-4DB8-4340-A4EC-1B46505159AF}">
      <dgm:prSet/>
      <dgm:spPr/>
      <dgm:t>
        <a:bodyPr/>
        <a:lstStyle/>
        <a:p>
          <a:r>
            <a:rPr lang="en-US" dirty="0"/>
            <a:t>Load balancing &amp; load balancer</a:t>
          </a:r>
        </a:p>
      </dgm:t>
    </dgm:pt>
    <dgm:pt modelId="{C8D362C0-DCEA-4C44-BF3C-9C0C7881AE22}" type="parTrans" cxnId="{635510A6-1B2E-C146-A7E5-328455FC5F94}">
      <dgm:prSet/>
      <dgm:spPr/>
      <dgm:t>
        <a:bodyPr/>
        <a:lstStyle/>
        <a:p>
          <a:endParaRPr lang="en-US"/>
        </a:p>
      </dgm:t>
    </dgm:pt>
    <dgm:pt modelId="{ECE613B2-8156-AC49-8F46-7CC600572474}" type="sibTrans" cxnId="{635510A6-1B2E-C146-A7E5-328455FC5F94}">
      <dgm:prSet/>
      <dgm:spPr/>
      <dgm:t>
        <a:bodyPr/>
        <a:lstStyle/>
        <a:p>
          <a:endParaRPr lang="en-US"/>
        </a:p>
      </dgm:t>
    </dgm:pt>
    <dgm:pt modelId="{8D7D88D6-4C62-5E4C-8B46-CE900A3806A5}">
      <dgm:prSet/>
      <dgm:spPr/>
      <dgm:t>
        <a:bodyPr/>
        <a:lstStyle/>
        <a:p>
          <a:r>
            <a:rPr lang="en-US" dirty="0"/>
            <a:t>AWS Elastic Load balancers</a:t>
          </a:r>
        </a:p>
      </dgm:t>
    </dgm:pt>
    <dgm:pt modelId="{A609DC01-B290-E64C-BB4C-E314754DE267}" type="parTrans" cxnId="{E048F0D8-6198-9742-BE86-76DB491CD7AC}">
      <dgm:prSet/>
      <dgm:spPr/>
      <dgm:t>
        <a:bodyPr/>
        <a:lstStyle/>
        <a:p>
          <a:endParaRPr lang="en-US"/>
        </a:p>
      </dgm:t>
    </dgm:pt>
    <dgm:pt modelId="{D1B4BE82-AD44-9B4C-888D-A54EED9A7DD1}" type="sibTrans" cxnId="{E048F0D8-6198-9742-BE86-76DB491CD7AC}">
      <dgm:prSet/>
      <dgm:spPr/>
      <dgm:t>
        <a:bodyPr/>
        <a:lstStyle/>
        <a:p>
          <a:endParaRPr lang="en-US"/>
        </a:p>
      </dgm:t>
    </dgm:pt>
    <dgm:pt modelId="{8F7EB617-48BD-EB4F-A2DA-7D1A28F33B33}" type="pres">
      <dgm:prSet presAssocID="{9BE71FC9-71DC-094F-9B2F-8E4190B177B7}" presName="vert0" presStyleCnt="0">
        <dgm:presLayoutVars>
          <dgm:dir/>
          <dgm:animOne val="branch"/>
          <dgm:animLvl val="lvl"/>
        </dgm:presLayoutVars>
      </dgm:prSet>
      <dgm:spPr/>
    </dgm:pt>
    <dgm:pt modelId="{1101A606-DF35-634C-BB1C-C6060AA59B9C}" type="pres">
      <dgm:prSet presAssocID="{09072543-4DB8-4340-A4EC-1B46505159AF}" presName="thickLine" presStyleLbl="alignNode1" presStyleIdx="0" presStyleCnt="2"/>
      <dgm:spPr/>
    </dgm:pt>
    <dgm:pt modelId="{D39183C7-D1A7-CF4F-B685-1DF9464C5768}" type="pres">
      <dgm:prSet presAssocID="{09072543-4DB8-4340-A4EC-1B46505159AF}" presName="horz1" presStyleCnt="0"/>
      <dgm:spPr/>
    </dgm:pt>
    <dgm:pt modelId="{E9702075-9EDB-E74A-9D65-9F935A8E66B1}" type="pres">
      <dgm:prSet presAssocID="{09072543-4DB8-4340-A4EC-1B46505159AF}" presName="tx1" presStyleLbl="revTx" presStyleIdx="0" presStyleCnt="2"/>
      <dgm:spPr/>
    </dgm:pt>
    <dgm:pt modelId="{C4B3D7FF-FBE0-D34E-987F-E9DAC2F73125}" type="pres">
      <dgm:prSet presAssocID="{09072543-4DB8-4340-A4EC-1B46505159AF}" presName="vert1" presStyleCnt="0"/>
      <dgm:spPr/>
    </dgm:pt>
    <dgm:pt modelId="{B5EFFD3E-2EFC-D146-BEFE-7278E14B0720}" type="pres">
      <dgm:prSet presAssocID="{8D7D88D6-4C62-5E4C-8B46-CE900A3806A5}" presName="thickLine" presStyleLbl="alignNode1" presStyleIdx="1" presStyleCnt="2"/>
      <dgm:spPr/>
    </dgm:pt>
    <dgm:pt modelId="{7659BF5F-72CB-0C4D-B2EE-48E2347110B2}" type="pres">
      <dgm:prSet presAssocID="{8D7D88D6-4C62-5E4C-8B46-CE900A3806A5}" presName="horz1" presStyleCnt="0"/>
      <dgm:spPr/>
    </dgm:pt>
    <dgm:pt modelId="{24A7256D-0B45-3F44-A274-68827A6553A8}" type="pres">
      <dgm:prSet presAssocID="{8D7D88D6-4C62-5E4C-8B46-CE900A3806A5}" presName="tx1" presStyleLbl="revTx" presStyleIdx="1" presStyleCnt="2"/>
      <dgm:spPr/>
    </dgm:pt>
    <dgm:pt modelId="{5185E2CE-F8A9-D840-92D4-CC090025359B}" type="pres">
      <dgm:prSet presAssocID="{8D7D88D6-4C62-5E4C-8B46-CE900A3806A5}" presName="vert1" presStyleCnt="0"/>
      <dgm:spPr/>
    </dgm:pt>
  </dgm:ptLst>
  <dgm:cxnLst>
    <dgm:cxn modelId="{541CC502-783F-D94C-AF55-A6903987D32A}" type="presOf" srcId="{09072543-4DB8-4340-A4EC-1B46505159AF}" destId="{E9702075-9EDB-E74A-9D65-9F935A8E66B1}" srcOrd="0" destOrd="0" presId="urn:microsoft.com/office/officeart/2008/layout/LinedList"/>
    <dgm:cxn modelId="{ACF48106-8CCB-9140-B9FD-03B73693CD03}" type="presOf" srcId="{8D7D88D6-4C62-5E4C-8B46-CE900A3806A5}" destId="{24A7256D-0B45-3F44-A274-68827A6553A8}" srcOrd="0" destOrd="0" presId="urn:microsoft.com/office/officeart/2008/layout/LinedList"/>
    <dgm:cxn modelId="{4FC5FB10-AC2D-924D-A6C7-D00BD1FF8050}" type="presOf" srcId="{9BE71FC9-71DC-094F-9B2F-8E4190B177B7}" destId="{8F7EB617-48BD-EB4F-A2DA-7D1A28F33B33}" srcOrd="0" destOrd="0" presId="urn:microsoft.com/office/officeart/2008/layout/LinedList"/>
    <dgm:cxn modelId="{635510A6-1B2E-C146-A7E5-328455FC5F94}" srcId="{9BE71FC9-71DC-094F-9B2F-8E4190B177B7}" destId="{09072543-4DB8-4340-A4EC-1B46505159AF}" srcOrd="0" destOrd="0" parTransId="{C8D362C0-DCEA-4C44-BF3C-9C0C7881AE22}" sibTransId="{ECE613B2-8156-AC49-8F46-7CC600572474}"/>
    <dgm:cxn modelId="{E048F0D8-6198-9742-BE86-76DB491CD7AC}" srcId="{9BE71FC9-71DC-094F-9B2F-8E4190B177B7}" destId="{8D7D88D6-4C62-5E4C-8B46-CE900A3806A5}" srcOrd="1" destOrd="0" parTransId="{A609DC01-B290-E64C-BB4C-E314754DE267}" sibTransId="{D1B4BE82-AD44-9B4C-888D-A54EED9A7DD1}"/>
    <dgm:cxn modelId="{774D6DD7-F17C-C343-A208-B72F321E76D1}" type="presParOf" srcId="{8F7EB617-48BD-EB4F-A2DA-7D1A28F33B33}" destId="{1101A606-DF35-634C-BB1C-C6060AA59B9C}" srcOrd="0" destOrd="0" presId="urn:microsoft.com/office/officeart/2008/layout/LinedList"/>
    <dgm:cxn modelId="{22CE449F-4DED-E344-B41C-F3E19D6DB3EF}" type="presParOf" srcId="{8F7EB617-48BD-EB4F-A2DA-7D1A28F33B33}" destId="{D39183C7-D1A7-CF4F-B685-1DF9464C5768}" srcOrd="1" destOrd="0" presId="urn:microsoft.com/office/officeart/2008/layout/LinedList"/>
    <dgm:cxn modelId="{586D71C6-9C19-2547-A3FE-34043D268BD4}" type="presParOf" srcId="{D39183C7-D1A7-CF4F-B685-1DF9464C5768}" destId="{E9702075-9EDB-E74A-9D65-9F935A8E66B1}" srcOrd="0" destOrd="0" presId="urn:microsoft.com/office/officeart/2008/layout/LinedList"/>
    <dgm:cxn modelId="{F53D88D3-A63C-A442-A2F7-9E7D66663766}" type="presParOf" srcId="{D39183C7-D1A7-CF4F-B685-1DF9464C5768}" destId="{C4B3D7FF-FBE0-D34E-987F-E9DAC2F73125}" srcOrd="1" destOrd="0" presId="urn:microsoft.com/office/officeart/2008/layout/LinedList"/>
    <dgm:cxn modelId="{598C6B1A-1EAD-1E47-8357-091BCA71EF3D}" type="presParOf" srcId="{8F7EB617-48BD-EB4F-A2DA-7D1A28F33B33}" destId="{B5EFFD3E-2EFC-D146-BEFE-7278E14B0720}" srcOrd="2" destOrd="0" presId="urn:microsoft.com/office/officeart/2008/layout/LinedList"/>
    <dgm:cxn modelId="{8EFBAA12-5B95-4047-B0A5-C88DA74B0F67}" type="presParOf" srcId="{8F7EB617-48BD-EB4F-A2DA-7D1A28F33B33}" destId="{7659BF5F-72CB-0C4D-B2EE-48E2347110B2}" srcOrd="3" destOrd="0" presId="urn:microsoft.com/office/officeart/2008/layout/LinedList"/>
    <dgm:cxn modelId="{DE230F36-8192-B745-AAC4-0298B98E7B75}" type="presParOf" srcId="{7659BF5F-72CB-0C4D-B2EE-48E2347110B2}" destId="{24A7256D-0B45-3F44-A274-68827A6553A8}" srcOrd="0" destOrd="0" presId="urn:microsoft.com/office/officeart/2008/layout/LinedList"/>
    <dgm:cxn modelId="{B3C25315-D508-BF41-A403-74B41689F379}" type="presParOf" srcId="{7659BF5F-72CB-0C4D-B2EE-48E2347110B2}" destId="{5185E2CE-F8A9-D840-92D4-CC090025359B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069D853-16D9-412F-B076-7E4B7AB707E2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40701B31-CAAD-4B12-B3CE-E5C0C0BF832B}">
      <dgm:prSet/>
      <dgm:spPr/>
      <dgm:t>
        <a:bodyPr/>
        <a:lstStyle/>
        <a:p>
          <a:r>
            <a:rPr lang="en-US"/>
            <a:t>Client side random</a:t>
          </a:r>
        </a:p>
      </dgm:t>
    </dgm:pt>
    <dgm:pt modelId="{6FFE0422-2281-4CC4-AE2E-0B4C0905C839}" type="parTrans" cxnId="{2373A1F4-D91B-4D14-998D-142DB4F5D3A1}">
      <dgm:prSet/>
      <dgm:spPr/>
      <dgm:t>
        <a:bodyPr/>
        <a:lstStyle/>
        <a:p>
          <a:endParaRPr lang="en-US"/>
        </a:p>
      </dgm:t>
    </dgm:pt>
    <dgm:pt modelId="{98092FA6-F5FD-4001-941A-E4A3E6383CF1}" type="sibTrans" cxnId="{2373A1F4-D91B-4D14-998D-142DB4F5D3A1}">
      <dgm:prSet/>
      <dgm:spPr/>
      <dgm:t>
        <a:bodyPr/>
        <a:lstStyle/>
        <a:p>
          <a:endParaRPr lang="en-US"/>
        </a:p>
      </dgm:t>
    </dgm:pt>
    <dgm:pt modelId="{46FA2DFD-932C-415B-8796-1BB24A402445}">
      <dgm:prSet/>
      <dgm:spPr/>
      <dgm:t>
        <a:bodyPr/>
        <a:lstStyle/>
        <a:p>
          <a:r>
            <a:rPr lang="en-US"/>
            <a:t>Round Robin</a:t>
          </a:r>
        </a:p>
      </dgm:t>
    </dgm:pt>
    <dgm:pt modelId="{3C712C15-9FAA-4BF4-B7D3-3B44CBE9F9F0}" type="parTrans" cxnId="{80D88558-9ABA-4F8A-B75F-CC7D66EB5CCA}">
      <dgm:prSet/>
      <dgm:spPr/>
      <dgm:t>
        <a:bodyPr/>
        <a:lstStyle/>
        <a:p>
          <a:endParaRPr lang="en-US"/>
        </a:p>
      </dgm:t>
    </dgm:pt>
    <dgm:pt modelId="{D76E568C-CAFF-46D1-B79C-9A40B5E35263}" type="sibTrans" cxnId="{80D88558-9ABA-4F8A-B75F-CC7D66EB5CCA}">
      <dgm:prSet/>
      <dgm:spPr/>
      <dgm:t>
        <a:bodyPr/>
        <a:lstStyle/>
        <a:p>
          <a:endParaRPr lang="en-US"/>
        </a:p>
      </dgm:t>
    </dgm:pt>
    <dgm:pt modelId="{9C207F59-9A03-4145-AE29-5F8EC46AA1DE}">
      <dgm:prSet/>
      <dgm:spPr/>
      <dgm:t>
        <a:bodyPr/>
        <a:lstStyle/>
        <a:p>
          <a:r>
            <a:rPr lang="en-US"/>
            <a:t>Weighted Round Robin</a:t>
          </a:r>
        </a:p>
      </dgm:t>
    </dgm:pt>
    <dgm:pt modelId="{12F0DC11-ADB3-478A-8C70-90DADEAE08BE}" type="parTrans" cxnId="{027E9E4D-05C4-4022-A7EE-53852A665288}">
      <dgm:prSet/>
      <dgm:spPr/>
      <dgm:t>
        <a:bodyPr/>
        <a:lstStyle/>
        <a:p>
          <a:endParaRPr lang="en-US"/>
        </a:p>
      </dgm:t>
    </dgm:pt>
    <dgm:pt modelId="{534ADFBB-EA77-4198-8B6A-EC7C607108FF}" type="sibTrans" cxnId="{027E9E4D-05C4-4022-A7EE-53852A665288}">
      <dgm:prSet/>
      <dgm:spPr/>
      <dgm:t>
        <a:bodyPr/>
        <a:lstStyle/>
        <a:p>
          <a:endParaRPr lang="en-US"/>
        </a:p>
      </dgm:t>
    </dgm:pt>
    <dgm:pt modelId="{8F87F429-364F-4319-8D26-5E861E774B45}">
      <dgm:prSet/>
      <dgm:spPr/>
      <dgm:t>
        <a:bodyPr/>
        <a:lstStyle/>
        <a:p>
          <a:r>
            <a:rPr lang="en-US"/>
            <a:t>Random</a:t>
          </a:r>
        </a:p>
      </dgm:t>
    </dgm:pt>
    <dgm:pt modelId="{5EDA45D7-16EB-49F5-8713-CD19E2118BD1}" type="parTrans" cxnId="{69832EA1-335D-44D7-8136-0BF971618C05}">
      <dgm:prSet/>
      <dgm:spPr/>
      <dgm:t>
        <a:bodyPr/>
        <a:lstStyle/>
        <a:p>
          <a:endParaRPr lang="en-US"/>
        </a:p>
      </dgm:t>
    </dgm:pt>
    <dgm:pt modelId="{29AAFBB2-F748-4ADE-8DC8-EAED6FEE988B}" type="sibTrans" cxnId="{69832EA1-335D-44D7-8136-0BF971618C05}">
      <dgm:prSet/>
      <dgm:spPr/>
      <dgm:t>
        <a:bodyPr/>
        <a:lstStyle/>
        <a:p>
          <a:endParaRPr lang="en-US"/>
        </a:p>
      </dgm:t>
    </dgm:pt>
    <dgm:pt modelId="{2B979343-0B90-4081-93FA-9F16F5007BC6}">
      <dgm:prSet/>
      <dgm:spPr/>
      <dgm:t>
        <a:bodyPr/>
        <a:lstStyle/>
        <a:p>
          <a:r>
            <a:rPr lang="en-US"/>
            <a:t>Source IP hash</a:t>
          </a:r>
        </a:p>
      </dgm:t>
    </dgm:pt>
    <dgm:pt modelId="{E8747BA4-24A2-465D-92D5-29D16C91BE0B}" type="parTrans" cxnId="{C151E609-3D7D-4439-A8E6-262A8B711172}">
      <dgm:prSet/>
      <dgm:spPr/>
      <dgm:t>
        <a:bodyPr/>
        <a:lstStyle/>
        <a:p>
          <a:endParaRPr lang="en-US"/>
        </a:p>
      </dgm:t>
    </dgm:pt>
    <dgm:pt modelId="{2C527324-90E0-4E14-B64B-95910A08E93F}" type="sibTrans" cxnId="{C151E609-3D7D-4439-A8E6-262A8B711172}">
      <dgm:prSet/>
      <dgm:spPr/>
      <dgm:t>
        <a:bodyPr/>
        <a:lstStyle/>
        <a:p>
          <a:endParaRPr lang="en-US"/>
        </a:p>
      </dgm:t>
    </dgm:pt>
    <dgm:pt modelId="{C198D917-4F36-4982-BDAA-5A7AB931775B}">
      <dgm:prSet/>
      <dgm:spPr/>
      <dgm:t>
        <a:bodyPr/>
        <a:lstStyle/>
        <a:p>
          <a:r>
            <a:rPr lang="en-US"/>
            <a:t>URL hash</a:t>
          </a:r>
        </a:p>
      </dgm:t>
    </dgm:pt>
    <dgm:pt modelId="{D7AB0D13-2E1D-442B-A45A-383B8352A9F3}" type="parTrans" cxnId="{8D308ED1-2874-4704-A53B-2ACE981C545F}">
      <dgm:prSet/>
      <dgm:spPr/>
      <dgm:t>
        <a:bodyPr/>
        <a:lstStyle/>
        <a:p>
          <a:endParaRPr lang="en-US"/>
        </a:p>
      </dgm:t>
    </dgm:pt>
    <dgm:pt modelId="{BDFB60A7-6DF0-449C-AEFA-038B09DF64EB}" type="sibTrans" cxnId="{8D308ED1-2874-4704-A53B-2ACE981C545F}">
      <dgm:prSet/>
      <dgm:spPr/>
      <dgm:t>
        <a:bodyPr/>
        <a:lstStyle/>
        <a:p>
          <a:endParaRPr lang="en-US"/>
        </a:p>
      </dgm:t>
    </dgm:pt>
    <dgm:pt modelId="{C10EF5E3-875B-41BB-90F2-600EEBFCBE1D}">
      <dgm:prSet/>
      <dgm:spPr/>
      <dgm:t>
        <a:bodyPr/>
        <a:lstStyle/>
        <a:p>
          <a:r>
            <a:rPr lang="en-US"/>
            <a:t>Least traffic, weighted least traffic</a:t>
          </a:r>
        </a:p>
      </dgm:t>
    </dgm:pt>
    <dgm:pt modelId="{44F9993C-8CDC-48ED-B09E-ED434EFF9E1F}" type="parTrans" cxnId="{3FE474D2-BF1D-447D-B3F3-026CEE06D279}">
      <dgm:prSet/>
      <dgm:spPr/>
      <dgm:t>
        <a:bodyPr/>
        <a:lstStyle/>
        <a:p>
          <a:endParaRPr lang="en-US"/>
        </a:p>
      </dgm:t>
    </dgm:pt>
    <dgm:pt modelId="{6465541D-E085-49FD-B690-94CCB776B7F4}" type="sibTrans" cxnId="{3FE474D2-BF1D-447D-B3F3-026CEE06D279}">
      <dgm:prSet/>
      <dgm:spPr/>
      <dgm:t>
        <a:bodyPr/>
        <a:lstStyle/>
        <a:p>
          <a:endParaRPr lang="en-US"/>
        </a:p>
      </dgm:t>
    </dgm:pt>
    <dgm:pt modelId="{A65F886B-7750-4DE6-8F79-7012ECCE3519}">
      <dgm:prSet/>
      <dgm:spPr/>
      <dgm:t>
        <a:bodyPr/>
        <a:lstStyle/>
        <a:p>
          <a:r>
            <a:rPr lang="en-US"/>
            <a:t>Least latency</a:t>
          </a:r>
        </a:p>
      </dgm:t>
    </dgm:pt>
    <dgm:pt modelId="{BB7C0E33-6B14-4975-95C3-D5DDB0C2714C}" type="parTrans" cxnId="{D36DD31E-2EC3-40C4-A3EE-13E3BA7DEDD1}">
      <dgm:prSet/>
      <dgm:spPr/>
      <dgm:t>
        <a:bodyPr/>
        <a:lstStyle/>
        <a:p>
          <a:endParaRPr lang="en-US"/>
        </a:p>
      </dgm:t>
    </dgm:pt>
    <dgm:pt modelId="{3BC54FB0-B4D7-4049-AAE2-6FB1FDC04AAF}" type="sibTrans" cxnId="{D36DD31E-2EC3-40C4-A3EE-13E3BA7DEDD1}">
      <dgm:prSet/>
      <dgm:spPr/>
      <dgm:t>
        <a:bodyPr/>
        <a:lstStyle/>
        <a:p>
          <a:endParaRPr lang="en-US"/>
        </a:p>
      </dgm:t>
    </dgm:pt>
    <dgm:pt modelId="{F3BD15AA-06DE-5B4C-B0E8-EF727AC51F92}" type="pres">
      <dgm:prSet presAssocID="{C069D853-16D9-412F-B076-7E4B7AB707E2}" presName="linear" presStyleCnt="0">
        <dgm:presLayoutVars>
          <dgm:animLvl val="lvl"/>
          <dgm:resizeHandles val="exact"/>
        </dgm:presLayoutVars>
      </dgm:prSet>
      <dgm:spPr/>
    </dgm:pt>
    <dgm:pt modelId="{7CD71320-E6D3-C548-AE28-EEB261A79597}" type="pres">
      <dgm:prSet presAssocID="{40701B31-CAAD-4B12-B3CE-E5C0C0BF832B}" presName="parentText" presStyleLbl="node1" presStyleIdx="0" presStyleCnt="8">
        <dgm:presLayoutVars>
          <dgm:chMax val="0"/>
          <dgm:bulletEnabled val="1"/>
        </dgm:presLayoutVars>
      </dgm:prSet>
      <dgm:spPr/>
    </dgm:pt>
    <dgm:pt modelId="{DC5D617C-3999-E64F-B753-19A3BF55B29A}" type="pres">
      <dgm:prSet presAssocID="{98092FA6-F5FD-4001-941A-E4A3E6383CF1}" presName="spacer" presStyleCnt="0"/>
      <dgm:spPr/>
    </dgm:pt>
    <dgm:pt modelId="{028C9986-4377-4340-918F-1913BC246FC4}" type="pres">
      <dgm:prSet presAssocID="{46FA2DFD-932C-415B-8796-1BB24A402445}" presName="parentText" presStyleLbl="node1" presStyleIdx="1" presStyleCnt="8">
        <dgm:presLayoutVars>
          <dgm:chMax val="0"/>
          <dgm:bulletEnabled val="1"/>
        </dgm:presLayoutVars>
      </dgm:prSet>
      <dgm:spPr/>
    </dgm:pt>
    <dgm:pt modelId="{599F2FD8-13A2-E340-A631-7B781203DD51}" type="pres">
      <dgm:prSet presAssocID="{D76E568C-CAFF-46D1-B79C-9A40B5E35263}" presName="spacer" presStyleCnt="0"/>
      <dgm:spPr/>
    </dgm:pt>
    <dgm:pt modelId="{C66E5B8B-B8F4-384A-847A-EC91B9E9544F}" type="pres">
      <dgm:prSet presAssocID="{9C207F59-9A03-4145-AE29-5F8EC46AA1DE}" presName="parentText" presStyleLbl="node1" presStyleIdx="2" presStyleCnt="8">
        <dgm:presLayoutVars>
          <dgm:chMax val="0"/>
          <dgm:bulletEnabled val="1"/>
        </dgm:presLayoutVars>
      </dgm:prSet>
      <dgm:spPr/>
    </dgm:pt>
    <dgm:pt modelId="{B8F8D4B9-C48B-2A45-9447-68F6C27FC0B7}" type="pres">
      <dgm:prSet presAssocID="{534ADFBB-EA77-4198-8B6A-EC7C607108FF}" presName="spacer" presStyleCnt="0"/>
      <dgm:spPr/>
    </dgm:pt>
    <dgm:pt modelId="{EC357315-4006-F049-A886-609B9A4C0A80}" type="pres">
      <dgm:prSet presAssocID="{8F87F429-364F-4319-8D26-5E861E774B45}" presName="parentText" presStyleLbl="node1" presStyleIdx="3" presStyleCnt="8">
        <dgm:presLayoutVars>
          <dgm:chMax val="0"/>
          <dgm:bulletEnabled val="1"/>
        </dgm:presLayoutVars>
      </dgm:prSet>
      <dgm:spPr/>
    </dgm:pt>
    <dgm:pt modelId="{BD2D69C1-322A-A14A-942A-97A89BABD0BF}" type="pres">
      <dgm:prSet presAssocID="{29AAFBB2-F748-4ADE-8DC8-EAED6FEE988B}" presName="spacer" presStyleCnt="0"/>
      <dgm:spPr/>
    </dgm:pt>
    <dgm:pt modelId="{F0441A9F-6567-4B44-ACD0-B33728F99CAE}" type="pres">
      <dgm:prSet presAssocID="{2B979343-0B90-4081-93FA-9F16F5007BC6}" presName="parentText" presStyleLbl="node1" presStyleIdx="4" presStyleCnt="8">
        <dgm:presLayoutVars>
          <dgm:chMax val="0"/>
          <dgm:bulletEnabled val="1"/>
        </dgm:presLayoutVars>
      </dgm:prSet>
      <dgm:spPr/>
    </dgm:pt>
    <dgm:pt modelId="{BB2548A2-DCA2-C244-96C2-AE11806F1324}" type="pres">
      <dgm:prSet presAssocID="{2C527324-90E0-4E14-B64B-95910A08E93F}" presName="spacer" presStyleCnt="0"/>
      <dgm:spPr/>
    </dgm:pt>
    <dgm:pt modelId="{11288EAE-F0DE-A741-A920-CA155CFD4A7C}" type="pres">
      <dgm:prSet presAssocID="{C198D917-4F36-4982-BDAA-5A7AB931775B}" presName="parentText" presStyleLbl="node1" presStyleIdx="5" presStyleCnt="8">
        <dgm:presLayoutVars>
          <dgm:chMax val="0"/>
          <dgm:bulletEnabled val="1"/>
        </dgm:presLayoutVars>
      </dgm:prSet>
      <dgm:spPr/>
    </dgm:pt>
    <dgm:pt modelId="{014E00B5-FB46-B34B-AB76-3ED4F5060A6B}" type="pres">
      <dgm:prSet presAssocID="{BDFB60A7-6DF0-449C-AEFA-038B09DF64EB}" presName="spacer" presStyleCnt="0"/>
      <dgm:spPr/>
    </dgm:pt>
    <dgm:pt modelId="{76A1ED2F-050A-A846-A824-68ADD8CAC880}" type="pres">
      <dgm:prSet presAssocID="{C10EF5E3-875B-41BB-90F2-600EEBFCBE1D}" presName="parentText" presStyleLbl="node1" presStyleIdx="6" presStyleCnt="8">
        <dgm:presLayoutVars>
          <dgm:chMax val="0"/>
          <dgm:bulletEnabled val="1"/>
        </dgm:presLayoutVars>
      </dgm:prSet>
      <dgm:spPr/>
    </dgm:pt>
    <dgm:pt modelId="{D7F2E91D-46B2-9D4A-9260-B8BEBD75BAE9}" type="pres">
      <dgm:prSet presAssocID="{6465541D-E085-49FD-B690-94CCB776B7F4}" presName="spacer" presStyleCnt="0"/>
      <dgm:spPr/>
    </dgm:pt>
    <dgm:pt modelId="{268D0E7B-DFE9-A949-B936-84532AC98548}" type="pres">
      <dgm:prSet presAssocID="{A65F886B-7750-4DE6-8F79-7012ECCE3519}" presName="parentText" presStyleLbl="node1" presStyleIdx="7" presStyleCnt="8">
        <dgm:presLayoutVars>
          <dgm:chMax val="0"/>
          <dgm:bulletEnabled val="1"/>
        </dgm:presLayoutVars>
      </dgm:prSet>
      <dgm:spPr/>
    </dgm:pt>
  </dgm:ptLst>
  <dgm:cxnLst>
    <dgm:cxn modelId="{DF27A104-A2D8-E54B-B05F-D7DA580DC9D1}" type="presOf" srcId="{C069D853-16D9-412F-B076-7E4B7AB707E2}" destId="{F3BD15AA-06DE-5B4C-B0E8-EF727AC51F92}" srcOrd="0" destOrd="0" presId="urn:microsoft.com/office/officeart/2005/8/layout/vList2"/>
    <dgm:cxn modelId="{C151E609-3D7D-4439-A8E6-262A8B711172}" srcId="{C069D853-16D9-412F-B076-7E4B7AB707E2}" destId="{2B979343-0B90-4081-93FA-9F16F5007BC6}" srcOrd="4" destOrd="0" parTransId="{E8747BA4-24A2-465D-92D5-29D16C91BE0B}" sibTransId="{2C527324-90E0-4E14-B64B-95910A08E93F}"/>
    <dgm:cxn modelId="{AD833E15-E355-BA4B-8F84-92928E482A93}" type="presOf" srcId="{46FA2DFD-932C-415B-8796-1BB24A402445}" destId="{028C9986-4377-4340-918F-1913BC246FC4}" srcOrd="0" destOrd="0" presId="urn:microsoft.com/office/officeart/2005/8/layout/vList2"/>
    <dgm:cxn modelId="{D36DD31E-2EC3-40C4-A3EE-13E3BA7DEDD1}" srcId="{C069D853-16D9-412F-B076-7E4B7AB707E2}" destId="{A65F886B-7750-4DE6-8F79-7012ECCE3519}" srcOrd="7" destOrd="0" parTransId="{BB7C0E33-6B14-4975-95C3-D5DDB0C2714C}" sibTransId="{3BC54FB0-B4D7-4049-AAE2-6FB1FDC04AAF}"/>
    <dgm:cxn modelId="{AB093729-593E-1543-8920-6591F20E6421}" type="presOf" srcId="{8F87F429-364F-4319-8D26-5E861E774B45}" destId="{EC357315-4006-F049-A886-609B9A4C0A80}" srcOrd="0" destOrd="0" presId="urn:microsoft.com/office/officeart/2005/8/layout/vList2"/>
    <dgm:cxn modelId="{027E9E4D-05C4-4022-A7EE-53852A665288}" srcId="{C069D853-16D9-412F-B076-7E4B7AB707E2}" destId="{9C207F59-9A03-4145-AE29-5F8EC46AA1DE}" srcOrd="2" destOrd="0" parTransId="{12F0DC11-ADB3-478A-8C70-90DADEAE08BE}" sibTransId="{534ADFBB-EA77-4198-8B6A-EC7C607108FF}"/>
    <dgm:cxn modelId="{49534353-E8C1-E649-933E-533FA5440E36}" type="presOf" srcId="{40701B31-CAAD-4B12-B3CE-E5C0C0BF832B}" destId="{7CD71320-E6D3-C548-AE28-EEB261A79597}" srcOrd="0" destOrd="0" presId="urn:microsoft.com/office/officeart/2005/8/layout/vList2"/>
    <dgm:cxn modelId="{80D88558-9ABA-4F8A-B75F-CC7D66EB5CCA}" srcId="{C069D853-16D9-412F-B076-7E4B7AB707E2}" destId="{46FA2DFD-932C-415B-8796-1BB24A402445}" srcOrd="1" destOrd="0" parTransId="{3C712C15-9FAA-4BF4-B7D3-3B44CBE9F9F0}" sibTransId="{D76E568C-CAFF-46D1-B79C-9A40B5E35263}"/>
    <dgm:cxn modelId="{44A4055C-DC83-6B40-A42C-04C16CED0213}" type="presOf" srcId="{A65F886B-7750-4DE6-8F79-7012ECCE3519}" destId="{268D0E7B-DFE9-A949-B936-84532AC98548}" srcOrd="0" destOrd="0" presId="urn:microsoft.com/office/officeart/2005/8/layout/vList2"/>
    <dgm:cxn modelId="{0E2B257A-0EC9-9D43-84E7-E2861F22AD66}" type="presOf" srcId="{2B979343-0B90-4081-93FA-9F16F5007BC6}" destId="{F0441A9F-6567-4B44-ACD0-B33728F99CAE}" srcOrd="0" destOrd="0" presId="urn:microsoft.com/office/officeart/2005/8/layout/vList2"/>
    <dgm:cxn modelId="{6B65A195-CA64-3A4B-9B95-B891E0690BF4}" type="presOf" srcId="{9C207F59-9A03-4145-AE29-5F8EC46AA1DE}" destId="{C66E5B8B-B8F4-384A-847A-EC91B9E9544F}" srcOrd="0" destOrd="0" presId="urn:microsoft.com/office/officeart/2005/8/layout/vList2"/>
    <dgm:cxn modelId="{69832EA1-335D-44D7-8136-0BF971618C05}" srcId="{C069D853-16D9-412F-B076-7E4B7AB707E2}" destId="{8F87F429-364F-4319-8D26-5E861E774B45}" srcOrd="3" destOrd="0" parTransId="{5EDA45D7-16EB-49F5-8713-CD19E2118BD1}" sibTransId="{29AAFBB2-F748-4ADE-8DC8-EAED6FEE988B}"/>
    <dgm:cxn modelId="{15512BAE-B704-9544-A009-9AF0F613477B}" type="presOf" srcId="{C10EF5E3-875B-41BB-90F2-600EEBFCBE1D}" destId="{76A1ED2F-050A-A846-A824-68ADD8CAC880}" srcOrd="0" destOrd="0" presId="urn:microsoft.com/office/officeart/2005/8/layout/vList2"/>
    <dgm:cxn modelId="{7C45C5B3-F21D-2147-9691-F082DF0E3682}" type="presOf" srcId="{C198D917-4F36-4982-BDAA-5A7AB931775B}" destId="{11288EAE-F0DE-A741-A920-CA155CFD4A7C}" srcOrd="0" destOrd="0" presId="urn:microsoft.com/office/officeart/2005/8/layout/vList2"/>
    <dgm:cxn modelId="{8D308ED1-2874-4704-A53B-2ACE981C545F}" srcId="{C069D853-16D9-412F-B076-7E4B7AB707E2}" destId="{C198D917-4F36-4982-BDAA-5A7AB931775B}" srcOrd="5" destOrd="0" parTransId="{D7AB0D13-2E1D-442B-A45A-383B8352A9F3}" sibTransId="{BDFB60A7-6DF0-449C-AEFA-038B09DF64EB}"/>
    <dgm:cxn modelId="{3FE474D2-BF1D-447D-B3F3-026CEE06D279}" srcId="{C069D853-16D9-412F-B076-7E4B7AB707E2}" destId="{C10EF5E3-875B-41BB-90F2-600EEBFCBE1D}" srcOrd="6" destOrd="0" parTransId="{44F9993C-8CDC-48ED-B09E-ED434EFF9E1F}" sibTransId="{6465541D-E085-49FD-B690-94CCB776B7F4}"/>
    <dgm:cxn modelId="{2373A1F4-D91B-4D14-998D-142DB4F5D3A1}" srcId="{C069D853-16D9-412F-B076-7E4B7AB707E2}" destId="{40701B31-CAAD-4B12-B3CE-E5C0C0BF832B}" srcOrd="0" destOrd="0" parTransId="{6FFE0422-2281-4CC4-AE2E-0B4C0905C839}" sibTransId="{98092FA6-F5FD-4001-941A-E4A3E6383CF1}"/>
    <dgm:cxn modelId="{3EFB9512-9405-6A46-B9D9-31D61D3BDCD6}" type="presParOf" srcId="{F3BD15AA-06DE-5B4C-B0E8-EF727AC51F92}" destId="{7CD71320-E6D3-C548-AE28-EEB261A79597}" srcOrd="0" destOrd="0" presId="urn:microsoft.com/office/officeart/2005/8/layout/vList2"/>
    <dgm:cxn modelId="{9DF1F448-1CEE-EB4F-9E9D-B886CEF05DDD}" type="presParOf" srcId="{F3BD15AA-06DE-5B4C-B0E8-EF727AC51F92}" destId="{DC5D617C-3999-E64F-B753-19A3BF55B29A}" srcOrd="1" destOrd="0" presId="urn:microsoft.com/office/officeart/2005/8/layout/vList2"/>
    <dgm:cxn modelId="{2C367EBB-FEB9-6541-87F5-0201DF2052B6}" type="presParOf" srcId="{F3BD15AA-06DE-5B4C-B0E8-EF727AC51F92}" destId="{028C9986-4377-4340-918F-1913BC246FC4}" srcOrd="2" destOrd="0" presId="urn:microsoft.com/office/officeart/2005/8/layout/vList2"/>
    <dgm:cxn modelId="{36C46187-49C0-344E-A338-D693B86FCAA3}" type="presParOf" srcId="{F3BD15AA-06DE-5B4C-B0E8-EF727AC51F92}" destId="{599F2FD8-13A2-E340-A631-7B781203DD51}" srcOrd="3" destOrd="0" presId="urn:microsoft.com/office/officeart/2005/8/layout/vList2"/>
    <dgm:cxn modelId="{DD08B221-6270-3143-A3DE-88A06780BEDE}" type="presParOf" srcId="{F3BD15AA-06DE-5B4C-B0E8-EF727AC51F92}" destId="{C66E5B8B-B8F4-384A-847A-EC91B9E9544F}" srcOrd="4" destOrd="0" presId="urn:microsoft.com/office/officeart/2005/8/layout/vList2"/>
    <dgm:cxn modelId="{EFD2BD74-4CAB-DE42-B9B3-050CB1EF8524}" type="presParOf" srcId="{F3BD15AA-06DE-5B4C-B0E8-EF727AC51F92}" destId="{B8F8D4B9-C48B-2A45-9447-68F6C27FC0B7}" srcOrd="5" destOrd="0" presId="urn:microsoft.com/office/officeart/2005/8/layout/vList2"/>
    <dgm:cxn modelId="{B2661605-8F68-A64E-9BB4-540500771D25}" type="presParOf" srcId="{F3BD15AA-06DE-5B4C-B0E8-EF727AC51F92}" destId="{EC357315-4006-F049-A886-609B9A4C0A80}" srcOrd="6" destOrd="0" presId="urn:microsoft.com/office/officeart/2005/8/layout/vList2"/>
    <dgm:cxn modelId="{000CFEFD-5CD6-1E46-816A-FA897F0E8AAD}" type="presParOf" srcId="{F3BD15AA-06DE-5B4C-B0E8-EF727AC51F92}" destId="{BD2D69C1-322A-A14A-942A-97A89BABD0BF}" srcOrd="7" destOrd="0" presId="urn:microsoft.com/office/officeart/2005/8/layout/vList2"/>
    <dgm:cxn modelId="{379E67D9-6F5D-CE4C-A2EE-45C196EDF9B3}" type="presParOf" srcId="{F3BD15AA-06DE-5B4C-B0E8-EF727AC51F92}" destId="{F0441A9F-6567-4B44-ACD0-B33728F99CAE}" srcOrd="8" destOrd="0" presId="urn:microsoft.com/office/officeart/2005/8/layout/vList2"/>
    <dgm:cxn modelId="{43B82DA5-01DC-4D47-9C6F-9C899C1BB946}" type="presParOf" srcId="{F3BD15AA-06DE-5B4C-B0E8-EF727AC51F92}" destId="{BB2548A2-DCA2-C244-96C2-AE11806F1324}" srcOrd="9" destOrd="0" presId="urn:microsoft.com/office/officeart/2005/8/layout/vList2"/>
    <dgm:cxn modelId="{36EE6C60-7A08-6D46-B93B-5FAFEDC7233B}" type="presParOf" srcId="{F3BD15AA-06DE-5B4C-B0E8-EF727AC51F92}" destId="{11288EAE-F0DE-A741-A920-CA155CFD4A7C}" srcOrd="10" destOrd="0" presId="urn:microsoft.com/office/officeart/2005/8/layout/vList2"/>
    <dgm:cxn modelId="{E5AFA851-A294-5C40-B2B6-F565C7E161C1}" type="presParOf" srcId="{F3BD15AA-06DE-5B4C-B0E8-EF727AC51F92}" destId="{014E00B5-FB46-B34B-AB76-3ED4F5060A6B}" srcOrd="11" destOrd="0" presId="urn:microsoft.com/office/officeart/2005/8/layout/vList2"/>
    <dgm:cxn modelId="{FC272944-BC91-434C-9272-F3E34C59D11C}" type="presParOf" srcId="{F3BD15AA-06DE-5B4C-B0E8-EF727AC51F92}" destId="{76A1ED2F-050A-A846-A824-68ADD8CAC880}" srcOrd="12" destOrd="0" presId="urn:microsoft.com/office/officeart/2005/8/layout/vList2"/>
    <dgm:cxn modelId="{0378C407-C64E-D040-B978-3DD086D5F0BD}" type="presParOf" srcId="{F3BD15AA-06DE-5B4C-B0E8-EF727AC51F92}" destId="{D7F2E91D-46B2-9D4A-9260-B8BEBD75BAE9}" srcOrd="13" destOrd="0" presId="urn:microsoft.com/office/officeart/2005/8/layout/vList2"/>
    <dgm:cxn modelId="{4BF1B8CB-AE0A-6D46-9CD6-5CE37023AF71}" type="presParOf" srcId="{F3BD15AA-06DE-5B4C-B0E8-EF727AC51F92}" destId="{268D0E7B-DFE9-A949-B936-84532AC98548}" srcOrd="1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A3374EB-8CD9-9847-96D6-3B53FBD4914B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4202591-4805-314B-8118-C0699174D011}">
      <dgm:prSet/>
      <dgm:spPr/>
      <dgm:t>
        <a:bodyPr/>
        <a:lstStyle/>
        <a:p>
          <a:r>
            <a:rPr lang="en-US" b="0" dirty="0"/>
            <a:t>Old Generation </a:t>
          </a:r>
          <a:endParaRPr lang="en-CA" b="0" dirty="0"/>
        </a:p>
      </dgm:t>
    </dgm:pt>
    <dgm:pt modelId="{CB49CACB-4FBC-0B46-AA7D-DD46BA5EE1ED}" type="parTrans" cxnId="{D8E6DC15-F787-F04D-80AE-9397A68EB401}">
      <dgm:prSet/>
      <dgm:spPr/>
      <dgm:t>
        <a:bodyPr/>
        <a:lstStyle/>
        <a:p>
          <a:endParaRPr lang="en-US"/>
        </a:p>
      </dgm:t>
    </dgm:pt>
    <dgm:pt modelId="{9617C157-E234-304B-86C5-9E49455E8B99}" type="sibTrans" cxnId="{D8E6DC15-F787-F04D-80AE-9397A68EB401}">
      <dgm:prSet/>
      <dgm:spPr/>
      <dgm:t>
        <a:bodyPr/>
        <a:lstStyle/>
        <a:p>
          <a:endParaRPr lang="en-US"/>
        </a:p>
      </dgm:t>
    </dgm:pt>
    <dgm:pt modelId="{5AA2270C-F53D-4041-ACC9-88D53FE5F0EF}">
      <dgm:prSet/>
      <dgm:spPr/>
      <dgm:t>
        <a:bodyPr/>
        <a:lstStyle/>
        <a:p>
          <a:r>
            <a:rPr lang="en-US" dirty="0"/>
            <a:t>Will get retired soon</a:t>
          </a:r>
          <a:endParaRPr lang="en-CA" dirty="0"/>
        </a:p>
      </dgm:t>
    </dgm:pt>
    <dgm:pt modelId="{64B99A41-B2E4-1248-BDD8-59423E77602D}" type="parTrans" cxnId="{FDC6A863-6A83-514B-B56E-D998225F541E}">
      <dgm:prSet/>
      <dgm:spPr/>
      <dgm:t>
        <a:bodyPr/>
        <a:lstStyle/>
        <a:p>
          <a:endParaRPr lang="en-US"/>
        </a:p>
      </dgm:t>
    </dgm:pt>
    <dgm:pt modelId="{69F9CD37-7146-D148-B496-29813313B45E}" type="sibTrans" cxnId="{FDC6A863-6A83-514B-B56E-D998225F541E}">
      <dgm:prSet/>
      <dgm:spPr/>
      <dgm:t>
        <a:bodyPr/>
        <a:lstStyle/>
        <a:p>
          <a:endParaRPr lang="en-US"/>
        </a:p>
      </dgm:t>
    </dgm:pt>
    <dgm:pt modelId="{7318FB3D-9C4C-E84E-9401-B2566FEFAE26}" type="pres">
      <dgm:prSet presAssocID="{1A3374EB-8CD9-9847-96D6-3B53FBD4914B}" presName="vert0" presStyleCnt="0">
        <dgm:presLayoutVars>
          <dgm:dir/>
          <dgm:animOne val="branch"/>
          <dgm:animLvl val="lvl"/>
        </dgm:presLayoutVars>
      </dgm:prSet>
      <dgm:spPr/>
    </dgm:pt>
    <dgm:pt modelId="{BCB20B10-B92D-1C42-8651-E5824F5ED785}" type="pres">
      <dgm:prSet presAssocID="{94202591-4805-314B-8118-C0699174D011}" presName="thickLine" presStyleLbl="alignNode1" presStyleIdx="0" presStyleCnt="2" custLinFactNeighborX="0" custLinFactNeighborY="-24926"/>
      <dgm:spPr/>
    </dgm:pt>
    <dgm:pt modelId="{3D0750E5-6178-9F49-B955-73165E20CB65}" type="pres">
      <dgm:prSet presAssocID="{94202591-4805-314B-8118-C0699174D011}" presName="horz1" presStyleCnt="0"/>
      <dgm:spPr/>
    </dgm:pt>
    <dgm:pt modelId="{4B3C2E11-D414-664C-9611-12815F870EED}" type="pres">
      <dgm:prSet presAssocID="{94202591-4805-314B-8118-C0699174D011}" presName="tx1" presStyleLbl="revTx" presStyleIdx="0" presStyleCnt="2"/>
      <dgm:spPr/>
    </dgm:pt>
    <dgm:pt modelId="{628D4897-A93F-C94F-BDD2-072291ABBE46}" type="pres">
      <dgm:prSet presAssocID="{94202591-4805-314B-8118-C0699174D011}" presName="vert1" presStyleCnt="0"/>
      <dgm:spPr/>
    </dgm:pt>
    <dgm:pt modelId="{09664323-1F73-CD4F-B152-9FF08C0B3C3B}" type="pres">
      <dgm:prSet presAssocID="{5AA2270C-F53D-4041-ACC9-88D53FE5F0EF}" presName="thickLine" presStyleLbl="alignNode1" presStyleIdx="1" presStyleCnt="2"/>
      <dgm:spPr/>
    </dgm:pt>
    <dgm:pt modelId="{F0656C18-DB14-1248-AD12-7859FF269456}" type="pres">
      <dgm:prSet presAssocID="{5AA2270C-F53D-4041-ACC9-88D53FE5F0EF}" presName="horz1" presStyleCnt="0"/>
      <dgm:spPr/>
    </dgm:pt>
    <dgm:pt modelId="{2D84290F-5B2F-8441-BBBE-9732BE9311F5}" type="pres">
      <dgm:prSet presAssocID="{5AA2270C-F53D-4041-ACC9-88D53FE5F0EF}" presName="tx1" presStyleLbl="revTx" presStyleIdx="1" presStyleCnt="2"/>
      <dgm:spPr/>
    </dgm:pt>
    <dgm:pt modelId="{AB110F02-CE86-7644-B78E-1F1B1F14126D}" type="pres">
      <dgm:prSet presAssocID="{5AA2270C-F53D-4041-ACC9-88D53FE5F0EF}" presName="vert1" presStyleCnt="0"/>
      <dgm:spPr/>
    </dgm:pt>
  </dgm:ptLst>
  <dgm:cxnLst>
    <dgm:cxn modelId="{D8E6DC15-F787-F04D-80AE-9397A68EB401}" srcId="{1A3374EB-8CD9-9847-96D6-3B53FBD4914B}" destId="{94202591-4805-314B-8118-C0699174D011}" srcOrd="0" destOrd="0" parTransId="{CB49CACB-4FBC-0B46-AA7D-DD46BA5EE1ED}" sibTransId="{9617C157-E234-304B-86C5-9E49455E8B99}"/>
    <dgm:cxn modelId="{FDC6A863-6A83-514B-B56E-D998225F541E}" srcId="{1A3374EB-8CD9-9847-96D6-3B53FBD4914B}" destId="{5AA2270C-F53D-4041-ACC9-88D53FE5F0EF}" srcOrd="1" destOrd="0" parTransId="{64B99A41-B2E4-1248-BDD8-59423E77602D}" sibTransId="{69F9CD37-7146-D148-B496-29813313B45E}"/>
    <dgm:cxn modelId="{EBBFC065-ED9C-F447-B532-49665B2C9831}" type="presOf" srcId="{1A3374EB-8CD9-9847-96D6-3B53FBD4914B}" destId="{7318FB3D-9C4C-E84E-9401-B2566FEFAE26}" srcOrd="0" destOrd="0" presId="urn:microsoft.com/office/officeart/2008/layout/LinedList"/>
    <dgm:cxn modelId="{11FEEC75-56F7-F94F-A043-4E5A44F037E9}" type="presOf" srcId="{5AA2270C-F53D-4041-ACC9-88D53FE5F0EF}" destId="{2D84290F-5B2F-8441-BBBE-9732BE9311F5}" srcOrd="0" destOrd="0" presId="urn:microsoft.com/office/officeart/2008/layout/LinedList"/>
    <dgm:cxn modelId="{FD9F01D6-A6BF-1D4E-BA2E-43DA4B9F64A1}" type="presOf" srcId="{94202591-4805-314B-8118-C0699174D011}" destId="{4B3C2E11-D414-664C-9611-12815F870EED}" srcOrd="0" destOrd="0" presId="urn:microsoft.com/office/officeart/2008/layout/LinedList"/>
    <dgm:cxn modelId="{209B5662-292C-7F4C-98C7-D71CEAC5ADA3}" type="presParOf" srcId="{7318FB3D-9C4C-E84E-9401-B2566FEFAE26}" destId="{BCB20B10-B92D-1C42-8651-E5824F5ED785}" srcOrd="0" destOrd="0" presId="urn:microsoft.com/office/officeart/2008/layout/LinedList"/>
    <dgm:cxn modelId="{5D847B29-74C7-6242-A1FB-15833FA30B6E}" type="presParOf" srcId="{7318FB3D-9C4C-E84E-9401-B2566FEFAE26}" destId="{3D0750E5-6178-9F49-B955-73165E20CB65}" srcOrd="1" destOrd="0" presId="urn:microsoft.com/office/officeart/2008/layout/LinedList"/>
    <dgm:cxn modelId="{1FEF01F1-68A1-DC45-9523-1070E7BAD4DB}" type="presParOf" srcId="{3D0750E5-6178-9F49-B955-73165E20CB65}" destId="{4B3C2E11-D414-664C-9611-12815F870EED}" srcOrd="0" destOrd="0" presId="urn:microsoft.com/office/officeart/2008/layout/LinedList"/>
    <dgm:cxn modelId="{2D191B06-EC11-A744-BB26-6DF610A20B05}" type="presParOf" srcId="{3D0750E5-6178-9F49-B955-73165E20CB65}" destId="{628D4897-A93F-C94F-BDD2-072291ABBE46}" srcOrd="1" destOrd="0" presId="urn:microsoft.com/office/officeart/2008/layout/LinedList"/>
    <dgm:cxn modelId="{D90ECF0E-AE41-2A4A-926C-01A8D9E4767C}" type="presParOf" srcId="{7318FB3D-9C4C-E84E-9401-B2566FEFAE26}" destId="{09664323-1F73-CD4F-B152-9FF08C0B3C3B}" srcOrd="2" destOrd="0" presId="urn:microsoft.com/office/officeart/2008/layout/LinedList"/>
    <dgm:cxn modelId="{11E8AEC4-D661-0748-BB91-F9DA68AB7074}" type="presParOf" srcId="{7318FB3D-9C4C-E84E-9401-B2566FEFAE26}" destId="{F0656C18-DB14-1248-AD12-7859FF269456}" srcOrd="3" destOrd="0" presId="urn:microsoft.com/office/officeart/2008/layout/LinedList"/>
    <dgm:cxn modelId="{018323EE-FA9A-8446-91AE-FD07394E0642}" type="presParOf" srcId="{F0656C18-DB14-1248-AD12-7859FF269456}" destId="{2D84290F-5B2F-8441-BBBE-9732BE9311F5}" srcOrd="0" destOrd="0" presId="urn:microsoft.com/office/officeart/2008/layout/LinedList"/>
    <dgm:cxn modelId="{666DB2F1-D0FF-8941-ABAB-66B3AA3CF8AB}" type="presParOf" srcId="{F0656C18-DB14-1248-AD12-7859FF269456}" destId="{AB110F02-CE86-7644-B78E-1F1B1F14126D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101A606-DF35-634C-BB1C-C6060AA59B9C}">
      <dsp:nvSpPr>
        <dsp:cNvPr id="0" name=""/>
        <dsp:cNvSpPr/>
      </dsp:nvSpPr>
      <dsp:spPr>
        <a:xfrm>
          <a:off x="0" y="0"/>
          <a:ext cx="6324600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702075-9EDB-E74A-9D65-9F935A8E66B1}">
      <dsp:nvSpPr>
        <dsp:cNvPr id="0" name=""/>
        <dsp:cNvSpPr/>
      </dsp:nvSpPr>
      <dsp:spPr>
        <a:xfrm>
          <a:off x="0" y="0"/>
          <a:ext cx="6324600" cy="14096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590" tIns="148590" rIns="148590" bIns="148590" numCol="1" spcCol="1270" anchor="t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 dirty="0"/>
            <a:t>Load balancing &amp; load balancer</a:t>
          </a:r>
        </a:p>
      </dsp:txBody>
      <dsp:txXfrm>
        <a:off x="0" y="0"/>
        <a:ext cx="6324600" cy="1409699"/>
      </dsp:txXfrm>
    </dsp:sp>
    <dsp:sp modelId="{B5EFFD3E-2EFC-D146-BEFE-7278E14B0720}">
      <dsp:nvSpPr>
        <dsp:cNvPr id="0" name=""/>
        <dsp:cNvSpPr/>
      </dsp:nvSpPr>
      <dsp:spPr>
        <a:xfrm>
          <a:off x="0" y="1409699"/>
          <a:ext cx="6324600" cy="0"/>
        </a:xfrm>
        <a:prstGeom prst="line">
          <a:avLst/>
        </a:prstGeom>
        <a:solidFill>
          <a:schemeClr val="accent5">
            <a:hueOff val="787450"/>
            <a:satOff val="42288"/>
            <a:lumOff val="-15294"/>
            <a:alphaOff val="0"/>
          </a:schemeClr>
        </a:solidFill>
        <a:ln w="12700" cap="flat" cmpd="sng" algn="ctr">
          <a:solidFill>
            <a:schemeClr val="accent5">
              <a:hueOff val="787450"/>
              <a:satOff val="42288"/>
              <a:lumOff val="-1529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A7256D-0B45-3F44-A274-68827A6553A8}">
      <dsp:nvSpPr>
        <dsp:cNvPr id="0" name=""/>
        <dsp:cNvSpPr/>
      </dsp:nvSpPr>
      <dsp:spPr>
        <a:xfrm>
          <a:off x="0" y="1409699"/>
          <a:ext cx="6324600" cy="14096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590" tIns="148590" rIns="148590" bIns="148590" numCol="1" spcCol="1270" anchor="t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 dirty="0"/>
            <a:t>AWS Elastic Load balancers</a:t>
          </a:r>
        </a:p>
      </dsp:txBody>
      <dsp:txXfrm>
        <a:off x="0" y="1409699"/>
        <a:ext cx="6324600" cy="140969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D71320-E6D3-C548-AE28-EEB261A79597}">
      <dsp:nvSpPr>
        <dsp:cNvPr id="0" name=""/>
        <dsp:cNvSpPr/>
      </dsp:nvSpPr>
      <dsp:spPr>
        <a:xfrm>
          <a:off x="0" y="101843"/>
          <a:ext cx="6263640" cy="599625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Client side random</a:t>
          </a:r>
        </a:p>
      </dsp:txBody>
      <dsp:txXfrm>
        <a:off x="29271" y="131114"/>
        <a:ext cx="6205098" cy="541083"/>
      </dsp:txXfrm>
    </dsp:sp>
    <dsp:sp modelId="{028C9986-4377-4340-918F-1913BC246FC4}">
      <dsp:nvSpPr>
        <dsp:cNvPr id="0" name=""/>
        <dsp:cNvSpPr/>
      </dsp:nvSpPr>
      <dsp:spPr>
        <a:xfrm>
          <a:off x="0" y="773468"/>
          <a:ext cx="6263640" cy="599625"/>
        </a:xfrm>
        <a:prstGeom prst="roundRect">
          <a:avLst/>
        </a:prstGeom>
        <a:solidFill>
          <a:schemeClr val="accent5">
            <a:hueOff val="112493"/>
            <a:satOff val="6041"/>
            <a:lumOff val="-218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Round Robin</a:t>
          </a:r>
        </a:p>
      </dsp:txBody>
      <dsp:txXfrm>
        <a:off x="29271" y="802739"/>
        <a:ext cx="6205098" cy="541083"/>
      </dsp:txXfrm>
    </dsp:sp>
    <dsp:sp modelId="{C66E5B8B-B8F4-384A-847A-EC91B9E9544F}">
      <dsp:nvSpPr>
        <dsp:cNvPr id="0" name=""/>
        <dsp:cNvSpPr/>
      </dsp:nvSpPr>
      <dsp:spPr>
        <a:xfrm>
          <a:off x="0" y="1445093"/>
          <a:ext cx="6263640" cy="599625"/>
        </a:xfrm>
        <a:prstGeom prst="roundRect">
          <a:avLst/>
        </a:prstGeom>
        <a:solidFill>
          <a:schemeClr val="accent5">
            <a:hueOff val="224986"/>
            <a:satOff val="12082"/>
            <a:lumOff val="-437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Weighted Round Robin</a:t>
          </a:r>
        </a:p>
      </dsp:txBody>
      <dsp:txXfrm>
        <a:off x="29271" y="1474364"/>
        <a:ext cx="6205098" cy="541083"/>
      </dsp:txXfrm>
    </dsp:sp>
    <dsp:sp modelId="{EC357315-4006-F049-A886-609B9A4C0A80}">
      <dsp:nvSpPr>
        <dsp:cNvPr id="0" name=""/>
        <dsp:cNvSpPr/>
      </dsp:nvSpPr>
      <dsp:spPr>
        <a:xfrm>
          <a:off x="0" y="2116718"/>
          <a:ext cx="6263640" cy="599625"/>
        </a:xfrm>
        <a:prstGeom prst="roundRect">
          <a:avLst/>
        </a:prstGeom>
        <a:solidFill>
          <a:schemeClr val="accent5">
            <a:hueOff val="337478"/>
            <a:satOff val="18123"/>
            <a:lumOff val="-655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Random</a:t>
          </a:r>
        </a:p>
      </dsp:txBody>
      <dsp:txXfrm>
        <a:off x="29271" y="2145989"/>
        <a:ext cx="6205098" cy="541083"/>
      </dsp:txXfrm>
    </dsp:sp>
    <dsp:sp modelId="{F0441A9F-6567-4B44-ACD0-B33728F99CAE}">
      <dsp:nvSpPr>
        <dsp:cNvPr id="0" name=""/>
        <dsp:cNvSpPr/>
      </dsp:nvSpPr>
      <dsp:spPr>
        <a:xfrm>
          <a:off x="0" y="2788343"/>
          <a:ext cx="6263640" cy="599625"/>
        </a:xfrm>
        <a:prstGeom prst="roundRect">
          <a:avLst/>
        </a:prstGeom>
        <a:solidFill>
          <a:schemeClr val="accent5">
            <a:hueOff val="449971"/>
            <a:satOff val="24165"/>
            <a:lumOff val="-873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Source IP hash</a:t>
          </a:r>
        </a:p>
      </dsp:txBody>
      <dsp:txXfrm>
        <a:off x="29271" y="2817614"/>
        <a:ext cx="6205098" cy="541083"/>
      </dsp:txXfrm>
    </dsp:sp>
    <dsp:sp modelId="{11288EAE-F0DE-A741-A920-CA155CFD4A7C}">
      <dsp:nvSpPr>
        <dsp:cNvPr id="0" name=""/>
        <dsp:cNvSpPr/>
      </dsp:nvSpPr>
      <dsp:spPr>
        <a:xfrm>
          <a:off x="0" y="3459969"/>
          <a:ext cx="6263640" cy="599625"/>
        </a:xfrm>
        <a:prstGeom prst="roundRect">
          <a:avLst/>
        </a:prstGeom>
        <a:solidFill>
          <a:schemeClr val="accent5">
            <a:hueOff val="562464"/>
            <a:satOff val="30206"/>
            <a:lumOff val="-1092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URL hash</a:t>
          </a:r>
        </a:p>
      </dsp:txBody>
      <dsp:txXfrm>
        <a:off x="29271" y="3489240"/>
        <a:ext cx="6205098" cy="541083"/>
      </dsp:txXfrm>
    </dsp:sp>
    <dsp:sp modelId="{76A1ED2F-050A-A846-A824-68ADD8CAC880}">
      <dsp:nvSpPr>
        <dsp:cNvPr id="0" name=""/>
        <dsp:cNvSpPr/>
      </dsp:nvSpPr>
      <dsp:spPr>
        <a:xfrm>
          <a:off x="0" y="4131594"/>
          <a:ext cx="6263640" cy="599625"/>
        </a:xfrm>
        <a:prstGeom prst="roundRect">
          <a:avLst/>
        </a:prstGeom>
        <a:solidFill>
          <a:schemeClr val="accent5">
            <a:hueOff val="674957"/>
            <a:satOff val="36247"/>
            <a:lumOff val="-1310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Least traffic, weighted least traffic</a:t>
          </a:r>
        </a:p>
      </dsp:txBody>
      <dsp:txXfrm>
        <a:off x="29271" y="4160865"/>
        <a:ext cx="6205098" cy="541083"/>
      </dsp:txXfrm>
    </dsp:sp>
    <dsp:sp modelId="{268D0E7B-DFE9-A949-B936-84532AC98548}">
      <dsp:nvSpPr>
        <dsp:cNvPr id="0" name=""/>
        <dsp:cNvSpPr/>
      </dsp:nvSpPr>
      <dsp:spPr>
        <a:xfrm>
          <a:off x="0" y="4803219"/>
          <a:ext cx="6263640" cy="599625"/>
        </a:xfrm>
        <a:prstGeom prst="roundRect">
          <a:avLst/>
        </a:prstGeom>
        <a:solidFill>
          <a:schemeClr val="accent5">
            <a:hueOff val="787450"/>
            <a:satOff val="42288"/>
            <a:lumOff val="-1529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Least latency</a:t>
          </a:r>
        </a:p>
      </dsp:txBody>
      <dsp:txXfrm>
        <a:off x="29271" y="4832490"/>
        <a:ext cx="6205098" cy="54108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B20B10-B92D-1C42-8651-E5824F5ED785}">
      <dsp:nvSpPr>
        <dsp:cNvPr id="0" name=""/>
        <dsp:cNvSpPr/>
      </dsp:nvSpPr>
      <dsp:spPr>
        <a:xfrm>
          <a:off x="0" y="0"/>
          <a:ext cx="402783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3C2E11-D414-664C-9611-12815F870EED}">
      <dsp:nvSpPr>
        <dsp:cNvPr id="0" name=""/>
        <dsp:cNvSpPr/>
      </dsp:nvSpPr>
      <dsp:spPr>
        <a:xfrm>
          <a:off x="0" y="0"/>
          <a:ext cx="4027832" cy="10859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b="0" kern="1200" dirty="0"/>
            <a:t>Old Generation </a:t>
          </a:r>
          <a:endParaRPr lang="en-CA" sz="3500" b="0" kern="1200" dirty="0"/>
        </a:p>
      </dsp:txBody>
      <dsp:txXfrm>
        <a:off x="0" y="0"/>
        <a:ext cx="4027832" cy="1085999"/>
      </dsp:txXfrm>
    </dsp:sp>
    <dsp:sp modelId="{09664323-1F73-CD4F-B152-9FF08C0B3C3B}">
      <dsp:nvSpPr>
        <dsp:cNvPr id="0" name=""/>
        <dsp:cNvSpPr/>
      </dsp:nvSpPr>
      <dsp:spPr>
        <a:xfrm>
          <a:off x="0" y="1085999"/>
          <a:ext cx="402783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84290F-5B2F-8441-BBBE-9732BE9311F5}">
      <dsp:nvSpPr>
        <dsp:cNvPr id="0" name=""/>
        <dsp:cNvSpPr/>
      </dsp:nvSpPr>
      <dsp:spPr>
        <a:xfrm>
          <a:off x="0" y="1085999"/>
          <a:ext cx="4027832" cy="10859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/>
            <a:t>Will get retired soon</a:t>
          </a:r>
          <a:endParaRPr lang="en-CA" sz="3500" kern="1200" dirty="0"/>
        </a:p>
      </dsp:txBody>
      <dsp:txXfrm>
        <a:off x="0" y="1085999"/>
        <a:ext cx="4027832" cy="108599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4C8B85-23FD-614C-A0D2-ED736057E8FE}" type="datetimeFigureOut">
              <a:rPr lang="en-US" smtClean="0"/>
              <a:t>12/27/22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1FBCB3-82F6-8044-A1D1-19D4E210A5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2386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learning/aws-certified-solutions-architect-associate-saa-c02-6-auto-scaling-and-virtual-network-services/load-balancer-concepts" TargetMode="External"/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Image Placeholder 1">
            <a:extLst>
              <a:ext uri="{FF2B5EF4-FFF2-40B4-BE49-F238E27FC236}">
                <a16:creationId xmlns:a16="http://schemas.microsoft.com/office/drawing/2014/main" id="{77406442-6177-364D-A828-CA6955D2379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4515" name="Notes Placeholder 2">
            <a:extLst>
              <a:ext uri="{FF2B5EF4-FFF2-40B4-BE49-F238E27FC236}">
                <a16:creationId xmlns:a16="http://schemas.microsoft.com/office/drawing/2014/main" id="{17B42D76-6207-CB49-A1BF-D2B4328545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US"/>
          </a:p>
        </p:txBody>
      </p:sp>
      <p:sp>
        <p:nvSpPr>
          <p:cNvPr id="64516" name="Slide Number Placeholder 3">
            <a:extLst>
              <a:ext uri="{FF2B5EF4-FFF2-40B4-BE49-F238E27FC236}">
                <a16:creationId xmlns:a16="http://schemas.microsoft.com/office/drawing/2014/main" id="{E0A36E64-C2D2-2849-B15E-29C91CD07A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7E008CD-A0CC-5147-AB8F-5EE2FCBBA9C1}" type="slidenum">
              <a:rPr lang="en-GB" altLang="en-US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2</a:t>
            </a:fld>
            <a:endParaRPr lang="en-GB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hlinkClick r:id="rId3"/>
              </a:rPr>
              <a:t>https://www.linkedin.com/learning/aws-certified-solutions-architect-associate-saa-c02-6-auto-scaling-and-virtual-network-services/load-balancer-concepts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1FBCB3-82F6-8044-A1D1-19D4E210A5D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2689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1FBCB3-82F6-8044-A1D1-19D4E210A5DA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9793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52AF1-8391-6547-A3ED-90C023A5BEAB}" type="datetimeFigureOut">
              <a:rPr lang="en-US" smtClean="0"/>
              <a:t>12/27/22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AA6FD-3CF7-7C47-9AF7-B0D807FE56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0499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52AF1-8391-6547-A3ED-90C023A5BEAB}" type="datetimeFigureOut">
              <a:rPr lang="en-US" smtClean="0"/>
              <a:t>12/27/22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AA6FD-3CF7-7C47-9AF7-B0D807FE56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227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52AF1-8391-6547-A3ED-90C023A5BEAB}" type="datetimeFigureOut">
              <a:rPr lang="en-US" smtClean="0"/>
              <a:t>12/27/22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AA6FD-3CF7-7C47-9AF7-B0D807FE56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7414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52AF1-8391-6547-A3ED-90C023A5BEAB}" type="datetimeFigureOut">
              <a:rPr lang="en-US" smtClean="0"/>
              <a:t>12/27/22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AA6FD-3CF7-7C47-9AF7-B0D807FE56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49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52AF1-8391-6547-A3ED-90C023A5BEAB}" type="datetimeFigureOut">
              <a:rPr lang="en-US" smtClean="0"/>
              <a:t>12/27/22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AA6FD-3CF7-7C47-9AF7-B0D807FE56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589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52AF1-8391-6547-A3ED-90C023A5BEAB}" type="datetimeFigureOut">
              <a:rPr lang="en-US" smtClean="0"/>
              <a:t>12/27/22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AA6FD-3CF7-7C47-9AF7-B0D807FE56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7122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52AF1-8391-6547-A3ED-90C023A5BEAB}" type="datetimeFigureOut">
              <a:rPr lang="en-US" smtClean="0"/>
              <a:t>12/27/22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AA6FD-3CF7-7C47-9AF7-B0D807FE56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106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52AF1-8391-6547-A3ED-90C023A5BEAB}" type="datetimeFigureOut">
              <a:rPr lang="en-US" smtClean="0"/>
              <a:t>12/27/22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AA6FD-3CF7-7C47-9AF7-B0D807FE56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6240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52AF1-8391-6547-A3ED-90C023A5BEAB}" type="datetimeFigureOut">
              <a:rPr lang="en-US" smtClean="0"/>
              <a:t>12/27/22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AA6FD-3CF7-7C47-9AF7-B0D807FE56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8358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52AF1-8391-6547-A3ED-90C023A5BEAB}" type="datetimeFigureOut">
              <a:rPr lang="en-US" smtClean="0"/>
              <a:t>12/27/22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AA6FD-3CF7-7C47-9AF7-B0D807FE56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9220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52AF1-8391-6547-A3ED-90C023A5BEAB}" type="datetimeFigureOut">
              <a:rPr lang="en-US" smtClean="0"/>
              <a:t>12/27/22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2AA6FD-3CF7-7C47-9AF7-B0D807FE56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6888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E52AF1-8391-6547-A3ED-90C023A5BEAB}" type="datetimeFigureOut">
              <a:rPr lang="en-US" smtClean="0"/>
              <a:t>12/27/22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2AA6FD-3CF7-7C47-9AF7-B0D807FE56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588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8" r:id="rId1"/>
    <p:sldLayoutId id="2147483819" r:id="rId2"/>
    <p:sldLayoutId id="2147483820" r:id="rId3"/>
    <p:sldLayoutId id="2147483821" r:id="rId4"/>
    <p:sldLayoutId id="2147483822" r:id="rId5"/>
    <p:sldLayoutId id="2147483823" r:id="rId6"/>
    <p:sldLayoutId id="2147483824" r:id="rId7"/>
    <p:sldLayoutId id="2147483825" r:id="rId8"/>
    <p:sldLayoutId id="2147483826" r:id="rId9"/>
    <p:sldLayoutId id="2147483827" r:id="rId10"/>
    <p:sldLayoutId id="214748382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1.xml"/><Relationship Id="rId3" Type="http://schemas.openxmlformats.org/officeDocument/2006/relationships/image" Target="../media/image2.png"/><Relationship Id="rId7" Type="http://schemas.openxmlformats.org/officeDocument/2006/relationships/diagramLayout" Target="../diagrams/layou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Data" Target="../diagrams/data1.xml"/><Relationship Id="rId5" Type="http://schemas.openxmlformats.org/officeDocument/2006/relationships/image" Target="../media/image4.png"/><Relationship Id="rId10" Type="http://schemas.microsoft.com/office/2007/relationships/diagramDrawing" Target="../diagrams/drawing1.xml"/><Relationship Id="rId4" Type="http://schemas.openxmlformats.org/officeDocument/2006/relationships/image" Target="../media/image3.png"/><Relationship Id="rId9" Type="http://schemas.openxmlformats.org/officeDocument/2006/relationships/diagramColors" Target="../diagrams/colors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5A59F003-E00A-43F9-91DC-CC54E3B87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DDD0F8-3256-4445-9D59-B5CEE070DA5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1"/>
          <a:stretch/>
        </p:blipFill>
        <p:spPr>
          <a:xfrm>
            <a:off x="20" y="10"/>
            <a:ext cx="12191981" cy="685799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D74A4382-E3AD-430A-9A1F-DFA3E0E77A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799868" y="-1534136"/>
            <a:ext cx="4592270" cy="12192001"/>
          </a:xfrm>
          <a:prstGeom prst="rect">
            <a:avLst/>
          </a:prstGeom>
          <a:gradFill>
            <a:gsLst>
              <a:gs pos="35000">
                <a:schemeClr val="bg1">
                  <a:alpha val="46000"/>
                </a:schemeClr>
              </a:gs>
              <a:gs pos="21000">
                <a:schemeClr val="bg1">
                  <a:alpha val="30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>
                  <a:alpha val="9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49E5AA-B22B-5540-9FA7-312F5150F9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4552" y="3091928"/>
            <a:ext cx="9690917" cy="2387600"/>
          </a:xfrm>
        </p:spPr>
        <p:txBody>
          <a:bodyPr>
            <a:normAutofit/>
          </a:bodyPr>
          <a:lstStyle/>
          <a:p>
            <a:pPr algn="l"/>
            <a:r>
              <a:rPr lang="en-US" sz="6600" dirty="0"/>
              <a:t>COMP 3962 </a:t>
            </a:r>
            <a:br>
              <a:rPr lang="en-US" sz="6600" dirty="0"/>
            </a:br>
            <a:r>
              <a:rPr lang="en-US" sz="6600" dirty="0"/>
              <a:t>Cloud Computing Platforms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79F40191-0F44-4FD1-82CC-ACB507C14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575039"/>
            <a:ext cx="9785897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3FDC3C-236E-8048-A325-CEEA5950B9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4553" y="5624945"/>
            <a:ext cx="9078562" cy="592975"/>
          </a:xfrm>
        </p:spPr>
        <p:txBody>
          <a:bodyPr anchor="ctr">
            <a:normAutofit/>
          </a:bodyPr>
          <a:lstStyle/>
          <a:p>
            <a:pPr algn="l"/>
            <a:r>
              <a:rPr lang="en-US" dirty="0"/>
              <a:t>Lab 4 </a:t>
            </a:r>
          </a:p>
        </p:txBody>
      </p:sp>
    </p:spTree>
    <p:extLst>
      <p:ext uri="{BB962C8B-B14F-4D97-AF65-F5344CB8AC3E}">
        <p14:creationId xmlns:p14="http://schemas.microsoft.com/office/powerpoint/2010/main" val="42082963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06" name="Rectangle 80">
            <a:extLst>
              <a:ext uri="{FF2B5EF4-FFF2-40B4-BE49-F238E27FC236}">
                <a16:creationId xmlns:a16="http://schemas.microsoft.com/office/drawing/2014/main" id="{EFF8DD6B-E2E6-4D3E-972B-A1131F4CE0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494" name="Rectangle 8">
            <a:extLst>
              <a:ext uri="{FF2B5EF4-FFF2-40B4-BE49-F238E27FC236}">
                <a16:creationId xmlns:a16="http://schemas.microsoft.com/office/drawing/2014/main" id="{EB517CD8-3106-ED4C-A782-6EF858C5BB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214579" y="629266"/>
            <a:ext cx="6422849" cy="167660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en-US" dirty="0"/>
              <a:t>Agenda</a:t>
            </a:r>
          </a:p>
        </p:txBody>
      </p:sp>
      <p:sp>
        <p:nvSpPr>
          <p:cNvPr id="63507" name="Rectangle 82">
            <a:extLst>
              <a:ext uri="{FF2B5EF4-FFF2-40B4-BE49-F238E27FC236}">
                <a16:creationId xmlns:a16="http://schemas.microsoft.com/office/drawing/2014/main" id="{8E20FA99-AAAC-4AF3-9FAE-707420324F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36008" cy="6858000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508" name="Rounded Rectangle 9">
            <a:extLst>
              <a:ext uri="{FF2B5EF4-FFF2-40B4-BE49-F238E27FC236}">
                <a16:creationId xmlns:a16="http://schemas.microsoft.com/office/drawing/2014/main" id="{9573BE85-6043-4C3A-A7DD-483A0A5FB7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4632" y="559407"/>
            <a:ext cx="3666744" cy="5739187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490" name="Rectangle 4" hidden="1">
            <a:extLst>
              <a:ext uri="{FF2B5EF4-FFF2-40B4-BE49-F238E27FC236}">
                <a16:creationId xmlns:a16="http://schemas.microsoft.com/office/drawing/2014/main" id="{77FFA9DD-7814-5348-8837-6C0ED7F8FE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7175" y="0"/>
            <a:ext cx="2057400" cy="6858000"/>
          </a:xfrm>
          <a:prstGeom prst="rect">
            <a:avLst/>
          </a:prstGeom>
          <a:solidFill>
            <a:srgbClr val="CC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pic>
        <p:nvPicPr>
          <p:cNvPr id="63491" name="Picture 5" hidden="1">
            <a:extLst>
              <a:ext uri="{FF2B5EF4-FFF2-40B4-BE49-F238E27FC236}">
                <a16:creationId xmlns:a16="http://schemas.microsoft.com/office/drawing/2014/main" id="{45D4F344-2BA0-814D-BAA5-CEBC38D6F4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828800" y="163513"/>
            <a:ext cx="1447800" cy="41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3492" name="Rectangle 6" hidden="1">
            <a:extLst>
              <a:ext uri="{FF2B5EF4-FFF2-40B4-BE49-F238E27FC236}">
                <a16:creationId xmlns:a16="http://schemas.microsoft.com/office/drawing/2014/main" id="{A998052F-87AF-6F4B-B4AF-8100D03275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6400800"/>
            <a:ext cx="2057400" cy="457200"/>
          </a:xfrm>
          <a:prstGeom prst="rect">
            <a:avLst/>
          </a:prstGeom>
          <a:solidFill>
            <a:schemeClr val="tx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B" altLang="en-US" sz="1800"/>
          </a:p>
        </p:txBody>
      </p:sp>
      <p:pic>
        <p:nvPicPr>
          <p:cNvPr id="63493" name="Picture 7" hidden="1">
            <a:extLst>
              <a:ext uri="{FF2B5EF4-FFF2-40B4-BE49-F238E27FC236}">
                <a16:creationId xmlns:a16="http://schemas.microsoft.com/office/drawing/2014/main" id="{06DC5D6F-74B9-6A45-8A12-0CD5B64DE9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905000" y="6464300"/>
            <a:ext cx="1295400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C570021-DF91-D94F-ACD7-BCD4913257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820" y="1073150"/>
            <a:ext cx="3306367" cy="4711700"/>
          </a:xfrm>
          <a:prstGeom prst="rect">
            <a:avLst/>
          </a:prstGeom>
        </p:spPr>
      </p:pic>
      <p:graphicFrame>
        <p:nvGraphicFramePr>
          <p:cNvPr id="13" name="Diagram 12">
            <a:extLst>
              <a:ext uri="{FF2B5EF4-FFF2-40B4-BE49-F238E27FC236}">
                <a16:creationId xmlns:a16="http://schemas.microsoft.com/office/drawing/2014/main" id="{A9D195B1-F9FC-C44A-8629-D819F3BC8B3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02320425"/>
              </p:ext>
            </p:extLst>
          </p:nvPr>
        </p:nvGraphicFramePr>
        <p:xfrm>
          <a:off x="5058515" y="2965450"/>
          <a:ext cx="6324600" cy="2819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27">
            <a:extLst>
              <a:ext uri="{FF2B5EF4-FFF2-40B4-BE49-F238E27FC236}">
                <a16:creationId xmlns:a16="http://schemas.microsoft.com/office/drawing/2014/main" id="{429917F3-0560-4C6F-B265-458B218C4B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1271588" y="662400"/>
            <a:ext cx="10055721" cy="1325563"/>
          </a:xfrm>
        </p:spPr>
        <p:txBody>
          <a:bodyPr anchor="t">
            <a:normAutofit/>
          </a:bodyPr>
          <a:lstStyle/>
          <a:p>
            <a:r>
              <a:rPr lang="en-US"/>
              <a:t>Load balancing</a:t>
            </a:r>
            <a:endParaRPr lang="en-US" dirty="0"/>
          </a:p>
        </p:txBody>
      </p:sp>
      <p:grpSp>
        <p:nvGrpSpPr>
          <p:cNvPr id="45" name="Group 29">
            <a:extLst>
              <a:ext uri="{FF2B5EF4-FFF2-40B4-BE49-F238E27FC236}">
                <a16:creationId xmlns:a16="http://schemas.microsoft.com/office/drawing/2014/main" id="{AA39BAE7-7EB8-4E22-BCBB-F00F514DB7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885825" cy="6858000"/>
            <a:chOff x="0" y="0"/>
            <a:chExt cx="885825" cy="6858000"/>
          </a:xfrm>
        </p:grpSpPr>
        <p:sp>
          <p:nvSpPr>
            <p:cNvPr id="31" name="Freeform 6">
              <a:extLst>
                <a:ext uri="{FF2B5EF4-FFF2-40B4-BE49-F238E27FC236}">
                  <a16:creationId xmlns:a16="http://schemas.microsoft.com/office/drawing/2014/main" id="{CE476A00-9FF6-4B98-9E5C-7A22D8F59C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0"/>
              <a:ext cx="885825" cy="6858000"/>
            </a:xfrm>
            <a:custGeom>
              <a:avLst/>
              <a:gdLst/>
              <a:ahLst/>
              <a:cxnLst/>
              <a:rect l="0" t="0" r="r" b="b"/>
              <a:pathLst>
                <a:path w="558" h="4320">
                  <a:moveTo>
                    <a:pt x="0" y="0"/>
                  </a:moveTo>
                  <a:lnTo>
                    <a:pt x="447" y="0"/>
                  </a:lnTo>
                  <a:lnTo>
                    <a:pt x="448" y="43"/>
                  </a:lnTo>
                  <a:lnTo>
                    <a:pt x="453" y="81"/>
                  </a:lnTo>
                  <a:lnTo>
                    <a:pt x="460" y="114"/>
                  </a:lnTo>
                  <a:lnTo>
                    <a:pt x="469" y="143"/>
                  </a:lnTo>
                  <a:lnTo>
                    <a:pt x="479" y="169"/>
                  </a:lnTo>
                  <a:lnTo>
                    <a:pt x="491" y="192"/>
                  </a:lnTo>
                  <a:lnTo>
                    <a:pt x="503" y="216"/>
                  </a:lnTo>
                  <a:lnTo>
                    <a:pt x="515" y="240"/>
                  </a:lnTo>
                  <a:lnTo>
                    <a:pt x="525" y="263"/>
                  </a:lnTo>
                  <a:lnTo>
                    <a:pt x="535" y="289"/>
                  </a:lnTo>
                  <a:lnTo>
                    <a:pt x="545" y="318"/>
                  </a:lnTo>
                  <a:lnTo>
                    <a:pt x="552" y="351"/>
                  </a:lnTo>
                  <a:lnTo>
                    <a:pt x="556" y="389"/>
                  </a:lnTo>
                  <a:lnTo>
                    <a:pt x="558" y="432"/>
                  </a:lnTo>
                  <a:lnTo>
                    <a:pt x="556" y="475"/>
                  </a:lnTo>
                  <a:lnTo>
                    <a:pt x="552" y="513"/>
                  </a:lnTo>
                  <a:lnTo>
                    <a:pt x="545" y="546"/>
                  </a:lnTo>
                  <a:lnTo>
                    <a:pt x="535" y="575"/>
                  </a:lnTo>
                  <a:lnTo>
                    <a:pt x="525" y="601"/>
                  </a:lnTo>
                  <a:lnTo>
                    <a:pt x="515" y="624"/>
                  </a:lnTo>
                  <a:lnTo>
                    <a:pt x="503" y="648"/>
                  </a:lnTo>
                  <a:lnTo>
                    <a:pt x="491" y="672"/>
                  </a:lnTo>
                  <a:lnTo>
                    <a:pt x="479" y="695"/>
                  </a:lnTo>
                  <a:lnTo>
                    <a:pt x="469" y="721"/>
                  </a:lnTo>
                  <a:lnTo>
                    <a:pt x="460" y="750"/>
                  </a:lnTo>
                  <a:lnTo>
                    <a:pt x="453" y="783"/>
                  </a:lnTo>
                  <a:lnTo>
                    <a:pt x="448" y="821"/>
                  </a:lnTo>
                  <a:lnTo>
                    <a:pt x="447" y="864"/>
                  </a:lnTo>
                  <a:lnTo>
                    <a:pt x="448" y="907"/>
                  </a:lnTo>
                  <a:lnTo>
                    <a:pt x="453" y="945"/>
                  </a:lnTo>
                  <a:lnTo>
                    <a:pt x="460" y="978"/>
                  </a:lnTo>
                  <a:lnTo>
                    <a:pt x="469" y="1007"/>
                  </a:lnTo>
                  <a:lnTo>
                    <a:pt x="479" y="1033"/>
                  </a:lnTo>
                  <a:lnTo>
                    <a:pt x="491" y="1056"/>
                  </a:lnTo>
                  <a:lnTo>
                    <a:pt x="503" y="1080"/>
                  </a:lnTo>
                  <a:lnTo>
                    <a:pt x="515" y="1104"/>
                  </a:lnTo>
                  <a:lnTo>
                    <a:pt x="525" y="1127"/>
                  </a:lnTo>
                  <a:lnTo>
                    <a:pt x="535" y="1153"/>
                  </a:lnTo>
                  <a:lnTo>
                    <a:pt x="545" y="1182"/>
                  </a:lnTo>
                  <a:lnTo>
                    <a:pt x="552" y="1215"/>
                  </a:lnTo>
                  <a:lnTo>
                    <a:pt x="556" y="1253"/>
                  </a:lnTo>
                  <a:lnTo>
                    <a:pt x="558" y="1296"/>
                  </a:lnTo>
                  <a:lnTo>
                    <a:pt x="556" y="1339"/>
                  </a:lnTo>
                  <a:lnTo>
                    <a:pt x="552" y="1377"/>
                  </a:lnTo>
                  <a:lnTo>
                    <a:pt x="545" y="1410"/>
                  </a:lnTo>
                  <a:lnTo>
                    <a:pt x="535" y="1439"/>
                  </a:lnTo>
                  <a:lnTo>
                    <a:pt x="525" y="1465"/>
                  </a:lnTo>
                  <a:lnTo>
                    <a:pt x="515" y="1488"/>
                  </a:lnTo>
                  <a:lnTo>
                    <a:pt x="503" y="1512"/>
                  </a:lnTo>
                  <a:lnTo>
                    <a:pt x="491" y="1536"/>
                  </a:lnTo>
                  <a:lnTo>
                    <a:pt x="479" y="1559"/>
                  </a:lnTo>
                  <a:lnTo>
                    <a:pt x="469" y="1585"/>
                  </a:lnTo>
                  <a:lnTo>
                    <a:pt x="460" y="1614"/>
                  </a:lnTo>
                  <a:lnTo>
                    <a:pt x="453" y="1647"/>
                  </a:lnTo>
                  <a:lnTo>
                    <a:pt x="448" y="1685"/>
                  </a:lnTo>
                  <a:lnTo>
                    <a:pt x="447" y="1728"/>
                  </a:lnTo>
                  <a:lnTo>
                    <a:pt x="448" y="1771"/>
                  </a:lnTo>
                  <a:lnTo>
                    <a:pt x="453" y="1809"/>
                  </a:lnTo>
                  <a:lnTo>
                    <a:pt x="460" y="1842"/>
                  </a:lnTo>
                  <a:lnTo>
                    <a:pt x="469" y="1871"/>
                  </a:lnTo>
                  <a:lnTo>
                    <a:pt x="479" y="1897"/>
                  </a:lnTo>
                  <a:lnTo>
                    <a:pt x="491" y="1920"/>
                  </a:lnTo>
                  <a:lnTo>
                    <a:pt x="503" y="1944"/>
                  </a:lnTo>
                  <a:lnTo>
                    <a:pt x="515" y="1968"/>
                  </a:lnTo>
                  <a:lnTo>
                    <a:pt x="525" y="1991"/>
                  </a:lnTo>
                  <a:lnTo>
                    <a:pt x="535" y="2017"/>
                  </a:lnTo>
                  <a:lnTo>
                    <a:pt x="545" y="2046"/>
                  </a:lnTo>
                  <a:lnTo>
                    <a:pt x="552" y="2079"/>
                  </a:lnTo>
                  <a:lnTo>
                    <a:pt x="556" y="2117"/>
                  </a:lnTo>
                  <a:lnTo>
                    <a:pt x="558" y="2159"/>
                  </a:lnTo>
                  <a:lnTo>
                    <a:pt x="556" y="2203"/>
                  </a:lnTo>
                  <a:lnTo>
                    <a:pt x="552" y="2241"/>
                  </a:lnTo>
                  <a:lnTo>
                    <a:pt x="545" y="2274"/>
                  </a:lnTo>
                  <a:lnTo>
                    <a:pt x="535" y="2303"/>
                  </a:lnTo>
                  <a:lnTo>
                    <a:pt x="525" y="2329"/>
                  </a:lnTo>
                  <a:lnTo>
                    <a:pt x="515" y="2352"/>
                  </a:lnTo>
                  <a:lnTo>
                    <a:pt x="503" y="2376"/>
                  </a:lnTo>
                  <a:lnTo>
                    <a:pt x="491" y="2400"/>
                  </a:lnTo>
                  <a:lnTo>
                    <a:pt x="479" y="2423"/>
                  </a:lnTo>
                  <a:lnTo>
                    <a:pt x="469" y="2449"/>
                  </a:lnTo>
                  <a:lnTo>
                    <a:pt x="460" y="2478"/>
                  </a:lnTo>
                  <a:lnTo>
                    <a:pt x="453" y="2511"/>
                  </a:lnTo>
                  <a:lnTo>
                    <a:pt x="448" y="2549"/>
                  </a:lnTo>
                  <a:lnTo>
                    <a:pt x="447" y="2592"/>
                  </a:lnTo>
                  <a:lnTo>
                    <a:pt x="448" y="2635"/>
                  </a:lnTo>
                  <a:lnTo>
                    <a:pt x="453" y="2673"/>
                  </a:lnTo>
                  <a:lnTo>
                    <a:pt x="460" y="2706"/>
                  </a:lnTo>
                  <a:lnTo>
                    <a:pt x="469" y="2735"/>
                  </a:lnTo>
                  <a:lnTo>
                    <a:pt x="479" y="2761"/>
                  </a:lnTo>
                  <a:lnTo>
                    <a:pt x="491" y="2784"/>
                  </a:lnTo>
                  <a:lnTo>
                    <a:pt x="515" y="2832"/>
                  </a:lnTo>
                  <a:lnTo>
                    <a:pt x="525" y="2855"/>
                  </a:lnTo>
                  <a:lnTo>
                    <a:pt x="535" y="2881"/>
                  </a:lnTo>
                  <a:lnTo>
                    <a:pt x="545" y="2910"/>
                  </a:lnTo>
                  <a:lnTo>
                    <a:pt x="552" y="2943"/>
                  </a:lnTo>
                  <a:lnTo>
                    <a:pt x="556" y="2981"/>
                  </a:lnTo>
                  <a:lnTo>
                    <a:pt x="558" y="3024"/>
                  </a:lnTo>
                  <a:lnTo>
                    <a:pt x="556" y="3067"/>
                  </a:lnTo>
                  <a:lnTo>
                    <a:pt x="552" y="3105"/>
                  </a:lnTo>
                  <a:lnTo>
                    <a:pt x="545" y="3138"/>
                  </a:lnTo>
                  <a:lnTo>
                    <a:pt x="535" y="3167"/>
                  </a:lnTo>
                  <a:lnTo>
                    <a:pt x="525" y="3193"/>
                  </a:lnTo>
                  <a:lnTo>
                    <a:pt x="515" y="3216"/>
                  </a:lnTo>
                  <a:lnTo>
                    <a:pt x="503" y="3240"/>
                  </a:lnTo>
                  <a:lnTo>
                    <a:pt x="491" y="3264"/>
                  </a:lnTo>
                  <a:lnTo>
                    <a:pt x="479" y="3287"/>
                  </a:lnTo>
                  <a:lnTo>
                    <a:pt x="469" y="3313"/>
                  </a:lnTo>
                  <a:lnTo>
                    <a:pt x="460" y="3342"/>
                  </a:lnTo>
                  <a:lnTo>
                    <a:pt x="453" y="3375"/>
                  </a:lnTo>
                  <a:lnTo>
                    <a:pt x="448" y="3413"/>
                  </a:lnTo>
                  <a:lnTo>
                    <a:pt x="447" y="3456"/>
                  </a:lnTo>
                  <a:lnTo>
                    <a:pt x="448" y="3499"/>
                  </a:lnTo>
                  <a:lnTo>
                    <a:pt x="453" y="3537"/>
                  </a:lnTo>
                  <a:lnTo>
                    <a:pt x="460" y="3570"/>
                  </a:lnTo>
                  <a:lnTo>
                    <a:pt x="469" y="3599"/>
                  </a:lnTo>
                  <a:lnTo>
                    <a:pt x="479" y="3625"/>
                  </a:lnTo>
                  <a:lnTo>
                    <a:pt x="491" y="3648"/>
                  </a:lnTo>
                  <a:lnTo>
                    <a:pt x="503" y="3672"/>
                  </a:lnTo>
                  <a:lnTo>
                    <a:pt x="515" y="3696"/>
                  </a:lnTo>
                  <a:lnTo>
                    <a:pt x="525" y="3719"/>
                  </a:lnTo>
                  <a:lnTo>
                    <a:pt x="535" y="3745"/>
                  </a:lnTo>
                  <a:lnTo>
                    <a:pt x="545" y="3774"/>
                  </a:lnTo>
                  <a:lnTo>
                    <a:pt x="552" y="3807"/>
                  </a:lnTo>
                  <a:lnTo>
                    <a:pt x="556" y="3845"/>
                  </a:lnTo>
                  <a:lnTo>
                    <a:pt x="558" y="3888"/>
                  </a:lnTo>
                  <a:lnTo>
                    <a:pt x="556" y="3931"/>
                  </a:lnTo>
                  <a:lnTo>
                    <a:pt x="552" y="3969"/>
                  </a:lnTo>
                  <a:lnTo>
                    <a:pt x="545" y="4002"/>
                  </a:lnTo>
                  <a:lnTo>
                    <a:pt x="535" y="4031"/>
                  </a:lnTo>
                  <a:lnTo>
                    <a:pt x="525" y="4057"/>
                  </a:lnTo>
                  <a:lnTo>
                    <a:pt x="515" y="4080"/>
                  </a:lnTo>
                  <a:lnTo>
                    <a:pt x="503" y="4104"/>
                  </a:lnTo>
                  <a:lnTo>
                    <a:pt x="491" y="4128"/>
                  </a:lnTo>
                  <a:lnTo>
                    <a:pt x="479" y="4151"/>
                  </a:lnTo>
                  <a:lnTo>
                    <a:pt x="469" y="4177"/>
                  </a:lnTo>
                  <a:lnTo>
                    <a:pt x="460" y="4206"/>
                  </a:lnTo>
                  <a:lnTo>
                    <a:pt x="453" y="4239"/>
                  </a:lnTo>
                  <a:lnTo>
                    <a:pt x="448" y="4277"/>
                  </a:lnTo>
                  <a:lnTo>
                    <a:pt x="447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46" name="Freeform 6">
              <a:extLst>
                <a:ext uri="{FF2B5EF4-FFF2-40B4-BE49-F238E27FC236}">
                  <a16:creationId xmlns:a16="http://schemas.microsoft.com/office/drawing/2014/main" id="{8F0632CB-5E59-4727-9C88-4537512D56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0"/>
              <a:ext cx="885825" cy="6858000"/>
            </a:xfrm>
            <a:custGeom>
              <a:avLst/>
              <a:gdLst/>
              <a:ahLst/>
              <a:cxnLst/>
              <a:rect l="0" t="0" r="r" b="b"/>
              <a:pathLst>
                <a:path w="558" h="4320">
                  <a:moveTo>
                    <a:pt x="0" y="0"/>
                  </a:moveTo>
                  <a:lnTo>
                    <a:pt x="447" y="0"/>
                  </a:lnTo>
                  <a:lnTo>
                    <a:pt x="448" y="43"/>
                  </a:lnTo>
                  <a:lnTo>
                    <a:pt x="453" y="81"/>
                  </a:lnTo>
                  <a:lnTo>
                    <a:pt x="460" y="114"/>
                  </a:lnTo>
                  <a:lnTo>
                    <a:pt x="469" y="143"/>
                  </a:lnTo>
                  <a:lnTo>
                    <a:pt x="479" y="169"/>
                  </a:lnTo>
                  <a:lnTo>
                    <a:pt x="491" y="192"/>
                  </a:lnTo>
                  <a:lnTo>
                    <a:pt x="503" y="216"/>
                  </a:lnTo>
                  <a:lnTo>
                    <a:pt x="515" y="240"/>
                  </a:lnTo>
                  <a:lnTo>
                    <a:pt x="525" y="263"/>
                  </a:lnTo>
                  <a:lnTo>
                    <a:pt x="535" y="289"/>
                  </a:lnTo>
                  <a:lnTo>
                    <a:pt x="545" y="318"/>
                  </a:lnTo>
                  <a:lnTo>
                    <a:pt x="552" y="351"/>
                  </a:lnTo>
                  <a:lnTo>
                    <a:pt x="556" y="389"/>
                  </a:lnTo>
                  <a:lnTo>
                    <a:pt x="558" y="432"/>
                  </a:lnTo>
                  <a:lnTo>
                    <a:pt x="556" y="475"/>
                  </a:lnTo>
                  <a:lnTo>
                    <a:pt x="552" y="513"/>
                  </a:lnTo>
                  <a:lnTo>
                    <a:pt x="545" y="546"/>
                  </a:lnTo>
                  <a:lnTo>
                    <a:pt x="535" y="575"/>
                  </a:lnTo>
                  <a:lnTo>
                    <a:pt x="525" y="601"/>
                  </a:lnTo>
                  <a:lnTo>
                    <a:pt x="515" y="624"/>
                  </a:lnTo>
                  <a:lnTo>
                    <a:pt x="503" y="648"/>
                  </a:lnTo>
                  <a:lnTo>
                    <a:pt x="491" y="672"/>
                  </a:lnTo>
                  <a:lnTo>
                    <a:pt x="479" y="695"/>
                  </a:lnTo>
                  <a:lnTo>
                    <a:pt x="469" y="721"/>
                  </a:lnTo>
                  <a:lnTo>
                    <a:pt x="460" y="750"/>
                  </a:lnTo>
                  <a:lnTo>
                    <a:pt x="453" y="783"/>
                  </a:lnTo>
                  <a:lnTo>
                    <a:pt x="448" y="821"/>
                  </a:lnTo>
                  <a:lnTo>
                    <a:pt x="447" y="864"/>
                  </a:lnTo>
                  <a:lnTo>
                    <a:pt x="448" y="907"/>
                  </a:lnTo>
                  <a:lnTo>
                    <a:pt x="453" y="945"/>
                  </a:lnTo>
                  <a:lnTo>
                    <a:pt x="460" y="978"/>
                  </a:lnTo>
                  <a:lnTo>
                    <a:pt x="469" y="1007"/>
                  </a:lnTo>
                  <a:lnTo>
                    <a:pt x="479" y="1033"/>
                  </a:lnTo>
                  <a:lnTo>
                    <a:pt x="491" y="1056"/>
                  </a:lnTo>
                  <a:lnTo>
                    <a:pt x="503" y="1080"/>
                  </a:lnTo>
                  <a:lnTo>
                    <a:pt x="515" y="1104"/>
                  </a:lnTo>
                  <a:lnTo>
                    <a:pt x="525" y="1127"/>
                  </a:lnTo>
                  <a:lnTo>
                    <a:pt x="535" y="1153"/>
                  </a:lnTo>
                  <a:lnTo>
                    <a:pt x="545" y="1182"/>
                  </a:lnTo>
                  <a:lnTo>
                    <a:pt x="552" y="1215"/>
                  </a:lnTo>
                  <a:lnTo>
                    <a:pt x="556" y="1253"/>
                  </a:lnTo>
                  <a:lnTo>
                    <a:pt x="558" y="1296"/>
                  </a:lnTo>
                  <a:lnTo>
                    <a:pt x="556" y="1339"/>
                  </a:lnTo>
                  <a:lnTo>
                    <a:pt x="552" y="1377"/>
                  </a:lnTo>
                  <a:lnTo>
                    <a:pt x="545" y="1410"/>
                  </a:lnTo>
                  <a:lnTo>
                    <a:pt x="535" y="1439"/>
                  </a:lnTo>
                  <a:lnTo>
                    <a:pt x="525" y="1465"/>
                  </a:lnTo>
                  <a:lnTo>
                    <a:pt x="515" y="1488"/>
                  </a:lnTo>
                  <a:lnTo>
                    <a:pt x="503" y="1512"/>
                  </a:lnTo>
                  <a:lnTo>
                    <a:pt x="491" y="1536"/>
                  </a:lnTo>
                  <a:lnTo>
                    <a:pt x="479" y="1559"/>
                  </a:lnTo>
                  <a:lnTo>
                    <a:pt x="469" y="1585"/>
                  </a:lnTo>
                  <a:lnTo>
                    <a:pt x="460" y="1614"/>
                  </a:lnTo>
                  <a:lnTo>
                    <a:pt x="453" y="1647"/>
                  </a:lnTo>
                  <a:lnTo>
                    <a:pt x="448" y="1685"/>
                  </a:lnTo>
                  <a:lnTo>
                    <a:pt x="447" y="1728"/>
                  </a:lnTo>
                  <a:lnTo>
                    <a:pt x="448" y="1771"/>
                  </a:lnTo>
                  <a:lnTo>
                    <a:pt x="453" y="1809"/>
                  </a:lnTo>
                  <a:lnTo>
                    <a:pt x="460" y="1842"/>
                  </a:lnTo>
                  <a:lnTo>
                    <a:pt x="469" y="1871"/>
                  </a:lnTo>
                  <a:lnTo>
                    <a:pt x="479" y="1897"/>
                  </a:lnTo>
                  <a:lnTo>
                    <a:pt x="491" y="1920"/>
                  </a:lnTo>
                  <a:lnTo>
                    <a:pt x="503" y="1944"/>
                  </a:lnTo>
                  <a:lnTo>
                    <a:pt x="515" y="1968"/>
                  </a:lnTo>
                  <a:lnTo>
                    <a:pt x="525" y="1991"/>
                  </a:lnTo>
                  <a:lnTo>
                    <a:pt x="535" y="2017"/>
                  </a:lnTo>
                  <a:lnTo>
                    <a:pt x="545" y="2046"/>
                  </a:lnTo>
                  <a:lnTo>
                    <a:pt x="552" y="2079"/>
                  </a:lnTo>
                  <a:lnTo>
                    <a:pt x="556" y="2117"/>
                  </a:lnTo>
                  <a:lnTo>
                    <a:pt x="558" y="2159"/>
                  </a:lnTo>
                  <a:lnTo>
                    <a:pt x="556" y="2203"/>
                  </a:lnTo>
                  <a:lnTo>
                    <a:pt x="552" y="2241"/>
                  </a:lnTo>
                  <a:lnTo>
                    <a:pt x="545" y="2274"/>
                  </a:lnTo>
                  <a:lnTo>
                    <a:pt x="535" y="2303"/>
                  </a:lnTo>
                  <a:lnTo>
                    <a:pt x="525" y="2329"/>
                  </a:lnTo>
                  <a:lnTo>
                    <a:pt x="515" y="2352"/>
                  </a:lnTo>
                  <a:lnTo>
                    <a:pt x="503" y="2376"/>
                  </a:lnTo>
                  <a:lnTo>
                    <a:pt x="491" y="2400"/>
                  </a:lnTo>
                  <a:lnTo>
                    <a:pt x="479" y="2423"/>
                  </a:lnTo>
                  <a:lnTo>
                    <a:pt x="469" y="2449"/>
                  </a:lnTo>
                  <a:lnTo>
                    <a:pt x="460" y="2478"/>
                  </a:lnTo>
                  <a:lnTo>
                    <a:pt x="453" y="2511"/>
                  </a:lnTo>
                  <a:lnTo>
                    <a:pt x="448" y="2549"/>
                  </a:lnTo>
                  <a:lnTo>
                    <a:pt x="447" y="2592"/>
                  </a:lnTo>
                  <a:lnTo>
                    <a:pt x="448" y="2635"/>
                  </a:lnTo>
                  <a:lnTo>
                    <a:pt x="453" y="2673"/>
                  </a:lnTo>
                  <a:lnTo>
                    <a:pt x="460" y="2706"/>
                  </a:lnTo>
                  <a:lnTo>
                    <a:pt x="469" y="2735"/>
                  </a:lnTo>
                  <a:lnTo>
                    <a:pt x="479" y="2761"/>
                  </a:lnTo>
                  <a:lnTo>
                    <a:pt x="491" y="2784"/>
                  </a:lnTo>
                  <a:lnTo>
                    <a:pt x="515" y="2832"/>
                  </a:lnTo>
                  <a:lnTo>
                    <a:pt x="525" y="2855"/>
                  </a:lnTo>
                  <a:lnTo>
                    <a:pt x="535" y="2881"/>
                  </a:lnTo>
                  <a:lnTo>
                    <a:pt x="545" y="2910"/>
                  </a:lnTo>
                  <a:lnTo>
                    <a:pt x="552" y="2943"/>
                  </a:lnTo>
                  <a:lnTo>
                    <a:pt x="556" y="2981"/>
                  </a:lnTo>
                  <a:lnTo>
                    <a:pt x="558" y="3024"/>
                  </a:lnTo>
                  <a:lnTo>
                    <a:pt x="556" y="3067"/>
                  </a:lnTo>
                  <a:lnTo>
                    <a:pt x="552" y="3105"/>
                  </a:lnTo>
                  <a:lnTo>
                    <a:pt x="545" y="3138"/>
                  </a:lnTo>
                  <a:lnTo>
                    <a:pt x="535" y="3167"/>
                  </a:lnTo>
                  <a:lnTo>
                    <a:pt x="525" y="3193"/>
                  </a:lnTo>
                  <a:lnTo>
                    <a:pt x="515" y="3216"/>
                  </a:lnTo>
                  <a:lnTo>
                    <a:pt x="503" y="3240"/>
                  </a:lnTo>
                  <a:lnTo>
                    <a:pt x="491" y="3264"/>
                  </a:lnTo>
                  <a:lnTo>
                    <a:pt x="479" y="3287"/>
                  </a:lnTo>
                  <a:lnTo>
                    <a:pt x="469" y="3313"/>
                  </a:lnTo>
                  <a:lnTo>
                    <a:pt x="460" y="3342"/>
                  </a:lnTo>
                  <a:lnTo>
                    <a:pt x="453" y="3375"/>
                  </a:lnTo>
                  <a:lnTo>
                    <a:pt x="448" y="3413"/>
                  </a:lnTo>
                  <a:lnTo>
                    <a:pt x="447" y="3456"/>
                  </a:lnTo>
                  <a:lnTo>
                    <a:pt x="448" y="3499"/>
                  </a:lnTo>
                  <a:lnTo>
                    <a:pt x="453" y="3537"/>
                  </a:lnTo>
                  <a:lnTo>
                    <a:pt x="460" y="3570"/>
                  </a:lnTo>
                  <a:lnTo>
                    <a:pt x="469" y="3599"/>
                  </a:lnTo>
                  <a:lnTo>
                    <a:pt x="479" y="3625"/>
                  </a:lnTo>
                  <a:lnTo>
                    <a:pt x="491" y="3648"/>
                  </a:lnTo>
                  <a:lnTo>
                    <a:pt x="503" y="3672"/>
                  </a:lnTo>
                  <a:lnTo>
                    <a:pt x="515" y="3696"/>
                  </a:lnTo>
                  <a:lnTo>
                    <a:pt x="525" y="3719"/>
                  </a:lnTo>
                  <a:lnTo>
                    <a:pt x="535" y="3745"/>
                  </a:lnTo>
                  <a:lnTo>
                    <a:pt x="545" y="3774"/>
                  </a:lnTo>
                  <a:lnTo>
                    <a:pt x="552" y="3807"/>
                  </a:lnTo>
                  <a:lnTo>
                    <a:pt x="556" y="3845"/>
                  </a:lnTo>
                  <a:lnTo>
                    <a:pt x="558" y="3888"/>
                  </a:lnTo>
                  <a:lnTo>
                    <a:pt x="556" y="3931"/>
                  </a:lnTo>
                  <a:lnTo>
                    <a:pt x="552" y="3969"/>
                  </a:lnTo>
                  <a:lnTo>
                    <a:pt x="545" y="4002"/>
                  </a:lnTo>
                  <a:lnTo>
                    <a:pt x="535" y="4031"/>
                  </a:lnTo>
                  <a:lnTo>
                    <a:pt x="525" y="4057"/>
                  </a:lnTo>
                  <a:lnTo>
                    <a:pt x="515" y="4080"/>
                  </a:lnTo>
                  <a:lnTo>
                    <a:pt x="503" y="4104"/>
                  </a:lnTo>
                  <a:lnTo>
                    <a:pt x="491" y="4128"/>
                  </a:lnTo>
                  <a:lnTo>
                    <a:pt x="479" y="4151"/>
                  </a:lnTo>
                  <a:lnTo>
                    <a:pt x="469" y="4177"/>
                  </a:lnTo>
                  <a:lnTo>
                    <a:pt x="460" y="4206"/>
                  </a:lnTo>
                  <a:lnTo>
                    <a:pt x="453" y="4239"/>
                  </a:lnTo>
                  <a:lnTo>
                    <a:pt x="448" y="4277"/>
                  </a:lnTo>
                  <a:lnTo>
                    <a:pt x="447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25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</p:sp>
      </p:grp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1251678" y="2286001"/>
            <a:ext cx="10089112" cy="3909599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>
                <a:solidFill>
                  <a:schemeClr val="tx1">
                    <a:alpha val="60000"/>
                  </a:schemeClr>
                </a:solidFill>
              </a:rPr>
              <a:t>Functionalities:</a:t>
            </a:r>
          </a:p>
          <a:p>
            <a:pPr lvl="1"/>
            <a:r>
              <a:rPr lang="en-US" sz="2000">
                <a:solidFill>
                  <a:schemeClr val="tx1">
                    <a:alpha val="60000"/>
                  </a:schemeClr>
                </a:solidFill>
              </a:rPr>
              <a:t>Efficiently distributes incoming network traffic(client requests) across a group of backend servers, also known as a server farm or server pool. </a:t>
            </a:r>
          </a:p>
          <a:p>
            <a:pPr lvl="1"/>
            <a:r>
              <a:rPr lang="en-US" sz="2000">
                <a:solidFill>
                  <a:schemeClr val="tx1">
                    <a:alpha val="60000"/>
                  </a:schemeClr>
                </a:solidFill>
              </a:rPr>
              <a:t>Ensures high availability and reliability by sending requests only to servers that are online</a:t>
            </a:r>
          </a:p>
          <a:p>
            <a:pPr lvl="1" fontAlgn="base"/>
            <a:r>
              <a:rPr lang="en-US" sz="2000">
                <a:solidFill>
                  <a:schemeClr val="tx1">
                    <a:alpha val="60000"/>
                  </a:schemeClr>
                </a:solidFill>
              </a:rPr>
              <a:t>Provides the flexibility to add or subtract servers as demand dictates</a:t>
            </a:r>
          </a:p>
          <a:p>
            <a:endParaRPr lang="en-US" sz="2000">
              <a:solidFill>
                <a:schemeClr val="tx1">
                  <a:alpha val="60000"/>
                </a:schemeClr>
              </a:solidFill>
            </a:endParaRPr>
          </a:p>
          <a:p>
            <a:r>
              <a:rPr lang="en-US" sz="2000">
                <a:solidFill>
                  <a:schemeClr val="tx1">
                    <a:alpha val="60000"/>
                  </a:schemeClr>
                </a:solidFill>
              </a:rPr>
              <a:t>Modern high‑traffic websites must serve hundreds of thousands, if not millions, of concurrent requests from users or clients and return the correct text, images, video, or application data, all in a fast and reliable manner.</a:t>
            </a:r>
          </a:p>
          <a:p>
            <a:endParaRPr lang="en-US" sz="2000">
              <a:solidFill>
                <a:schemeClr val="tx1">
                  <a:alpha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8536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Load balancer</a:t>
            </a:r>
          </a:p>
        </p:txBody>
      </p:sp>
      <p:sp>
        <p:nvSpPr>
          <p:cNvPr id="23" name="Arc 22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US" sz="2600" dirty="0"/>
              <a:t>It acts as the “</a:t>
            </a:r>
            <a:r>
              <a:rPr lang="en-US" sz="2600" dirty="0">
                <a:solidFill>
                  <a:schemeClr val="accent1"/>
                </a:solidFill>
              </a:rPr>
              <a:t>traffic cop</a:t>
            </a:r>
            <a:r>
              <a:rPr lang="en-US" sz="2600" dirty="0"/>
              <a:t>” sitting in front of your servers and routing client requests across all servers capable of fulfilling those requests in a manner that maximizes speed and capacity utilization and ensures that no one server is overworked, which could degrade performance.</a:t>
            </a:r>
            <a:br>
              <a:rPr lang="en-US" sz="2600" dirty="0"/>
            </a:br>
            <a:endParaRPr lang="en-US" sz="2600" dirty="0"/>
          </a:p>
          <a:p>
            <a:r>
              <a:rPr lang="en-US" sz="2600" dirty="0"/>
              <a:t>If a single server goes down, the load balancer redirects traffic to the remaining online servers. </a:t>
            </a:r>
          </a:p>
          <a:p>
            <a:r>
              <a:rPr lang="en-US" sz="2600" dirty="0"/>
              <a:t>When a new server is added to the server group, the load balancer automatically starts to send requests to it.</a:t>
            </a:r>
          </a:p>
          <a:p>
            <a:pPr marL="0" indent="0">
              <a:buNone/>
            </a:pPr>
            <a:r>
              <a:rPr lang="en-US" sz="2600" dirty="0"/>
              <a:t>	</a:t>
            </a:r>
          </a:p>
          <a:p>
            <a:pPr marL="0" indent="0">
              <a:buNone/>
            </a:pP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2888093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819A166-7571-4003-A6B8-B62034C3ED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509320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496A29-34D3-4A6C-8C13-836FFA9BE7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741" y="620392"/>
            <a:ext cx="3808268" cy="5504688"/>
          </a:xfrm>
        </p:spPr>
        <p:txBody>
          <a:bodyPr>
            <a:normAutofit/>
          </a:bodyPr>
          <a:lstStyle/>
          <a:p>
            <a:r>
              <a:rPr lang="en-US" sz="6000">
                <a:solidFill>
                  <a:schemeClr val="bg1"/>
                </a:solidFill>
              </a:rPr>
              <a:t>Common Algorithms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3498CDE-99DB-497C-B9F4-544F5DEE1FC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94358393"/>
              </p:ext>
            </p:extLst>
          </p:nvPr>
        </p:nvGraphicFramePr>
        <p:xfrm>
          <a:off x="5468389" y="620392"/>
          <a:ext cx="6263640" cy="55046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871252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643BE6C-86B7-4AB9-91E8-9B5DB45AC8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88" y="0"/>
            <a:ext cx="12188825" cy="42428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026" y="713195"/>
            <a:ext cx="9605948" cy="231866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Hardware V.S. software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7240" y="3031860"/>
            <a:ext cx="8937522" cy="1059373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r>
              <a:rPr lang="en-US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</a:t>
            </a:r>
          </a:p>
        </p:txBody>
      </p:sp>
      <p:pic>
        <p:nvPicPr>
          <p:cNvPr id="7" name="Graphic 6" descr="Computer">
            <a:extLst>
              <a:ext uri="{FF2B5EF4-FFF2-40B4-BE49-F238E27FC236}">
                <a16:creationId xmlns:a16="http://schemas.microsoft.com/office/drawing/2014/main" id="{76D83F67-5511-471A-9A5D-AB40E4BE36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06089" y="4805363"/>
            <a:ext cx="1179824" cy="1179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77509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2">
            <a:extLst>
              <a:ext uri="{FF2B5EF4-FFF2-40B4-BE49-F238E27FC236}">
                <a16:creationId xmlns:a16="http://schemas.microsoft.com/office/drawing/2014/main" id="{121CED69-389C-E240-840B-55F18FD6D656}"/>
              </a:ext>
            </a:extLst>
          </p:cNvPr>
          <p:cNvSpPr txBox="1">
            <a:spLocks/>
          </p:cNvSpPr>
          <p:nvPr/>
        </p:nvSpPr>
        <p:spPr>
          <a:xfrm>
            <a:off x="2032000" y="1135802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AWS Load Balancer</a:t>
            </a: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EC722BF8-CEFD-6940-A869-4FAF8A2F0949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719666"/>
          <a:ext cx="812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8000">
                  <a:extLst>
                    <a:ext uri="{9D8B030D-6E8A-4147-A177-3AD203B41FA5}">
                      <a16:colId xmlns:a16="http://schemas.microsoft.com/office/drawing/2014/main" val="11182569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2229455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CD5A792E-C3CA-6B4E-B734-5F121B3A17D1}"/>
              </a:ext>
            </a:extLst>
          </p:cNvPr>
          <p:cNvSpPr/>
          <p:nvPr/>
        </p:nvSpPr>
        <p:spPr>
          <a:xfrm>
            <a:off x="2286000" y="2461365"/>
            <a:ext cx="7109460" cy="352795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7109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F526DD0-5E46-40B7-AEF1-9B26256CFB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1" y="0"/>
            <a:ext cx="12191996" cy="6858000"/>
          </a:xfrm>
          <a:prstGeom prst="rect">
            <a:avLst/>
          </a:prstGeom>
          <a:ln w="0">
            <a:noFill/>
            <a:prstDash val="solid"/>
            <a:round/>
            <a:headEnd/>
            <a:tailEnd/>
          </a:ln>
        </p:spPr>
        <p:txBody>
          <a:bodyPr rtlCol="0" anchor="ctr"/>
          <a:lstStyle/>
          <a:p>
            <a:pPr algn="ctr" defTabSz="457200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7E4032D-4110-4963-82B8-8A1B1BF4B6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0"/>
            <a:ext cx="4273199" cy="6858000"/>
            <a:chOff x="1" y="0"/>
            <a:chExt cx="4273199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6796880-E7D7-485E-A6D1-908B811A14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ltGray">
            <a:xfrm>
              <a:off x="1" y="0"/>
              <a:ext cx="4273199" cy="6858000"/>
            </a:xfrm>
            <a:prstGeom prst="rect">
              <a:avLst/>
            </a:pr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C97B103-7494-4650-82C0-FC9F8D2723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ltGray">
            <a:xfrm>
              <a:off x="1" y="0"/>
              <a:ext cx="4273199" cy="6858000"/>
            </a:xfrm>
            <a:prstGeom prst="rect">
              <a:avLst/>
            </a:prstGeom>
            <a:solidFill>
              <a:schemeClr val="accent1">
                <a:lumMod val="50000"/>
                <a:alpha val="25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2">
            <a:extLst>
              <a:ext uri="{FF2B5EF4-FFF2-40B4-BE49-F238E27FC236}">
                <a16:creationId xmlns:a16="http://schemas.microsoft.com/office/drawing/2014/main" id="{7602AD86-0332-FC48-A568-0B3AD4439326}"/>
              </a:ext>
            </a:extLst>
          </p:cNvPr>
          <p:cNvSpPr txBox="1">
            <a:spLocks/>
          </p:cNvSpPr>
          <p:nvPr/>
        </p:nvSpPr>
        <p:spPr>
          <a:xfrm>
            <a:off x="1251677" y="619125"/>
            <a:ext cx="2652413" cy="56197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kern="120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How it works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D133F51-4E9D-4F0B-A452-875C6A52B6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885825" cy="6858000"/>
            <a:chOff x="0" y="0"/>
            <a:chExt cx="885825" cy="6858000"/>
          </a:xfrm>
        </p:grpSpPr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BDC8164B-5FC0-4CBD-B7AE-0CB8780FFC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0"/>
              <a:ext cx="885825" cy="6858000"/>
            </a:xfrm>
            <a:custGeom>
              <a:avLst/>
              <a:gdLst/>
              <a:ahLst/>
              <a:cxnLst/>
              <a:rect l="0" t="0" r="r" b="b"/>
              <a:pathLst>
                <a:path w="558" h="4320">
                  <a:moveTo>
                    <a:pt x="0" y="0"/>
                  </a:moveTo>
                  <a:lnTo>
                    <a:pt x="447" y="0"/>
                  </a:lnTo>
                  <a:lnTo>
                    <a:pt x="448" y="43"/>
                  </a:lnTo>
                  <a:lnTo>
                    <a:pt x="453" y="81"/>
                  </a:lnTo>
                  <a:lnTo>
                    <a:pt x="460" y="114"/>
                  </a:lnTo>
                  <a:lnTo>
                    <a:pt x="469" y="143"/>
                  </a:lnTo>
                  <a:lnTo>
                    <a:pt x="479" y="169"/>
                  </a:lnTo>
                  <a:lnTo>
                    <a:pt x="491" y="192"/>
                  </a:lnTo>
                  <a:lnTo>
                    <a:pt x="503" y="216"/>
                  </a:lnTo>
                  <a:lnTo>
                    <a:pt x="515" y="240"/>
                  </a:lnTo>
                  <a:lnTo>
                    <a:pt x="525" y="263"/>
                  </a:lnTo>
                  <a:lnTo>
                    <a:pt x="535" y="289"/>
                  </a:lnTo>
                  <a:lnTo>
                    <a:pt x="545" y="318"/>
                  </a:lnTo>
                  <a:lnTo>
                    <a:pt x="552" y="351"/>
                  </a:lnTo>
                  <a:lnTo>
                    <a:pt x="556" y="389"/>
                  </a:lnTo>
                  <a:lnTo>
                    <a:pt x="558" y="432"/>
                  </a:lnTo>
                  <a:lnTo>
                    <a:pt x="556" y="475"/>
                  </a:lnTo>
                  <a:lnTo>
                    <a:pt x="552" y="513"/>
                  </a:lnTo>
                  <a:lnTo>
                    <a:pt x="545" y="546"/>
                  </a:lnTo>
                  <a:lnTo>
                    <a:pt x="535" y="575"/>
                  </a:lnTo>
                  <a:lnTo>
                    <a:pt x="525" y="601"/>
                  </a:lnTo>
                  <a:lnTo>
                    <a:pt x="515" y="624"/>
                  </a:lnTo>
                  <a:lnTo>
                    <a:pt x="503" y="648"/>
                  </a:lnTo>
                  <a:lnTo>
                    <a:pt x="491" y="672"/>
                  </a:lnTo>
                  <a:lnTo>
                    <a:pt x="479" y="695"/>
                  </a:lnTo>
                  <a:lnTo>
                    <a:pt x="469" y="721"/>
                  </a:lnTo>
                  <a:lnTo>
                    <a:pt x="460" y="750"/>
                  </a:lnTo>
                  <a:lnTo>
                    <a:pt x="453" y="783"/>
                  </a:lnTo>
                  <a:lnTo>
                    <a:pt x="448" y="821"/>
                  </a:lnTo>
                  <a:lnTo>
                    <a:pt x="447" y="864"/>
                  </a:lnTo>
                  <a:lnTo>
                    <a:pt x="448" y="907"/>
                  </a:lnTo>
                  <a:lnTo>
                    <a:pt x="453" y="945"/>
                  </a:lnTo>
                  <a:lnTo>
                    <a:pt x="460" y="978"/>
                  </a:lnTo>
                  <a:lnTo>
                    <a:pt x="469" y="1007"/>
                  </a:lnTo>
                  <a:lnTo>
                    <a:pt x="479" y="1033"/>
                  </a:lnTo>
                  <a:lnTo>
                    <a:pt x="491" y="1056"/>
                  </a:lnTo>
                  <a:lnTo>
                    <a:pt x="503" y="1080"/>
                  </a:lnTo>
                  <a:lnTo>
                    <a:pt x="515" y="1104"/>
                  </a:lnTo>
                  <a:lnTo>
                    <a:pt x="525" y="1127"/>
                  </a:lnTo>
                  <a:lnTo>
                    <a:pt x="535" y="1153"/>
                  </a:lnTo>
                  <a:lnTo>
                    <a:pt x="545" y="1182"/>
                  </a:lnTo>
                  <a:lnTo>
                    <a:pt x="552" y="1215"/>
                  </a:lnTo>
                  <a:lnTo>
                    <a:pt x="556" y="1253"/>
                  </a:lnTo>
                  <a:lnTo>
                    <a:pt x="558" y="1296"/>
                  </a:lnTo>
                  <a:lnTo>
                    <a:pt x="556" y="1339"/>
                  </a:lnTo>
                  <a:lnTo>
                    <a:pt x="552" y="1377"/>
                  </a:lnTo>
                  <a:lnTo>
                    <a:pt x="545" y="1410"/>
                  </a:lnTo>
                  <a:lnTo>
                    <a:pt x="535" y="1439"/>
                  </a:lnTo>
                  <a:lnTo>
                    <a:pt x="525" y="1465"/>
                  </a:lnTo>
                  <a:lnTo>
                    <a:pt x="515" y="1488"/>
                  </a:lnTo>
                  <a:lnTo>
                    <a:pt x="503" y="1512"/>
                  </a:lnTo>
                  <a:lnTo>
                    <a:pt x="491" y="1536"/>
                  </a:lnTo>
                  <a:lnTo>
                    <a:pt x="479" y="1559"/>
                  </a:lnTo>
                  <a:lnTo>
                    <a:pt x="469" y="1585"/>
                  </a:lnTo>
                  <a:lnTo>
                    <a:pt x="460" y="1614"/>
                  </a:lnTo>
                  <a:lnTo>
                    <a:pt x="453" y="1647"/>
                  </a:lnTo>
                  <a:lnTo>
                    <a:pt x="448" y="1685"/>
                  </a:lnTo>
                  <a:lnTo>
                    <a:pt x="447" y="1728"/>
                  </a:lnTo>
                  <a:lnTo>
                    <a:pt x="448" y="1771"/>
                  </a:lnTo>
                  <a:lnTo>
                    <a:pt x="453" y="1809"/>
                  </a:lnTo>
                  <a:lnTo>
                    <a:pt x="460" y="1842"/>
                  </a:lnTo>
                  <a:lnTo>
                    <a:pt x="469" y="1871"/>
                  </a:lnTo>
                  <a:lnTo>
                    <a:pt x="479" y="1897"/>
                  </a:lnTo>
                  <a:lnTo>
                    <a:pt x="491" y="1920"/>
                  </a:lnTo>
                  <a:lnTo>
                    <a:pt x="503" y="1944"/>
                  </a:lnTo>
                  <a:lnTo>
                    <a:pt x="515" y="1968"/>
                  </a:lnTo>
                  <a:lnTo>
                    <a:pt x="525" y="1991"/>
                  </a:lnTo>
                  <a:lnTo>
                    <a:pt x="535" y="2017"/>
                  </a:lnTo>
                  <a:lnTo>
                    <a:pt x="545" y="2046"/>
                  </a:lnTo>
                  <a:lnTo>
                    <a:pt x="552" y="2079"/>
                  </a:lnTo>
                  <a:lnTo>
                    <a:pt x="556" y="2117"/>
                  </a:lnTo>
                  <a:lnTo>
                    <a:pt x="558" y="2159"/>
                  </a:lnTo>
                  <a:lnTo>
                    <a:pt x="556" y="2203"/>
                  </a:lnTo>
                  <a:lnTo>
                    <a:pt x="552" y="2241"/>
                  </a:lnTo>
                  <a:lnTo>
                    <a:pt x="545" y="2274"/>
                  </a:lnTo>
                  <a:lnTo>
                    <a:pt x="535" y="2303"/>
                  </a:lnTo>
                  <a:lnTo>
                    <a:pt x="525" y="2329"/>
                  </a:lnTo>
                  <a:lnTo>
                    <a:pt x="515" y="2352"/>
                  </a:lnTo>
                  <a:lnTo>
                    <a:pt x="503" y="2376"/>
                  </a:lnTo>
                  <a:lnTo>
                    <a:pt x="491" y="2400"/>
                  </a:lnTo>
                  <a:lnTo>
                    <a:pt x="479" y="2423"/>
                  </a:lnTo>
                  <a:lnTo>
                    <a:pt x="469" y="2449"/>
                  </a:lnTo>
                  <a:lnTo>
                    <a:pt x="460" y="2478"/>
                  </a:lnTo>
                  <a:lnTo>
                    <a:pt x="453" y="2511"/>
                  </a:lnTo>
                  <a:lnTo>
                    <a:pt x="448" y="2549"/>
                  </a:lnTo>
                  <a:lnTo>
                    <a:pt x="447" y="2592"/>
                  </a:lnTo>
                  <a:lnTo>
                    <a:pt x="448" y="2635"/>
                  </a:lnTo>
                  <a:lnTo>
                    <a:pt x="453" y="2673"/>
                  </a:lnTo>
                  <a:lnTo>
                    <a:pt x="460" y="2706"/>
                  </a:lnTo>
                  <a:lnTo>
                    <a:pt x="469" y="2735"/>
                  </a:lnTo>
                  <a:lnTo>
                    <a:pt x="479" y="2761"/>
                  </a:lnTo>
                  <a:lnTo>
                    <a:pt x="491" y="2784"/>
                  </a:lnTo>
                  <a:lnTo>
                    <a:pt x="515" y="2832"/>
                  </a:lnTo>
                  <a:lnTo>
                    <a:pt x="525" y="2855"/>
                  </a:lnTo>
                  <a:lnTo>
                    <a:pt x="535" y="2881"/>
                  </a:lnTo>
                  <a:lnTo>
                    <a:pt x="545" y="2910"/>
                  </a:lnTo>
                  <a:lnTo>
                    <a:pt x="552" y="2943"/>
                  </a:lnTo>
                  <a:lnTo>
                    <a:pt x="556" y="2981"/>
                  </a:lnTo>
                  <a:lnTo>
                    <a:pt x="558" y="3024"/>
                  </a:lnTo>
                  <a:lnTo>
                    <a:pt x="556" y="3067"/>
                  </a:lnTo>
                  <a:lnTo>
                    <a:pt x="552" y="3105"/>
                  </a:lnTo>
                  <a:lnTo>
                    <a:pt x="545" y="3138"/>
                  </a:lnTo>
                  <a:lnTo>
                    <a:pt x="535" y="3167"/>
                  </a:lnTo>
                  <a:lnTo>
                    <a:pt x="525" y="3193"/>
                  </a:lnTo>
                  <a:lnTo>
                    <a:pt x="515" y="3216"/>
                  </a:lnTo>
                  <a:lnTo>
                    <a:pt x="503" y="3240"/>
                  </a:lnTo>
                  <a:lnTo>
                    <a:pt x="491" y="3264"/>
                  </a:lnTo>
                  <a:lnTo>
                    <a:pt x="479" y="3287"/>
                  </a:lnTo>
                  <a:lnTo>
                    <a:pt x="469" y="3313"/>
                  </a:lnTo>
                  <a:lnTo>
                    <a:pt x="460" y="3342"/>
                  </a:lnTo>
                  <a:lnTo>
                    <a:pt x="453" y="3375"/>
                  </a:lnTo>
                  <a:lnTo>
                    <a:pt x="448" y="3413"/>
                  </a:lnTo>
                  <a:lnTo>
                    <a:pt x="447" y="3456"/>
                  </a:lnTo>
                  <a:lnTo>
                    <a:pt x="448" y="3499"/>
                  </a:lnTo>
                  <a:lnTo>
                    <a:pt x="453" y="3537"/>
                  </a:lnTo>
                  <a:lnTo>
                    <a:pt x="460" y="3570"/>
                  </a:lnTo>
                  <a:lnTo>
                    <a:pt x="469" y="3599"/>
                  </a:lnTo>
                  <a:lnTo>
                    <a:pt x="479" y="3625"/>
                  </a:lnTo>
                  <a:lnTo>
                    <a:pt x="491" y="3648"/>
                  </a:lnTo>
                  <a:lnTo>
                    <a:pt x="503" y="3672"/>
                  </a:lnTo>
                  <a:lnTo>
                    <a:pt x="515" y="3696"/>
                  </a:lnTo>
                  <a:lnTo>
                    <a:pt x="525" y="3719"/>
                  </a:lnTo>
                  <a:lnTo>
                    <a:pt x="535" y="3745"/>
                  </a:lnTo>
                  <a:lnTo>
                    <a:pt x="545" y="3774"/>
                  </a:lnTo>
                  <a:lnTo>
                    <a:pt x="552" y="3807"/>
                  </a:lnTo>
                  <a:lnTo>
                    <a:pt x="556" y="3845"/>
                  </a:lnTo>
                  <a:lnTo>
                    <a:pt x="558" y="3888"/>
                  </a:lnTo>
                  <a:lnTo>
                    <a:pt x="556" y="3931"/>
                  </a:lnTo>
                  <a:lnTo>
                    <a:pt x="552" y="3969"/>
                  </a:lnTo>
                  <a:lnTo>
                    <a:pt x="545" y="4002"/>
                  </a:lnTo>
                  <a:lnTo>
                    <a:pt x="535" y="4031"/>
                  </a:lnTo>
                  <a:lnTo>
                    <a:pt x="525" y="4057"/>
                  </a:lnTo>
                  <a:lnTo>
                    <a:pt x="515" y="4080"/>
                  </a:lnTo>
                  <a:lnTo>
                    <a:pt x="503" y="4104"/>
                  </a:lnTo>
                  <a:lnTo>
                    <a:pt x="491" y="4128"/>
                  </a:lnTo>
                  <a:lnTo>
                    <a:pt x="479" y="4151"/>
                  </a:lnTo>
                  <a:lnTo>
                    <a:pt x="469" y="4177"/>
                  </a:lnTo>
                  <a:lnTo>
                    <a:pt x="460" y="4206"/>
                  </a:lnTo>
                  <a:lnTo>
                    <a:pt x="453" y="4239"/>
                  </a:lnTo>
                  <a:lnTo>
                    <a:pt x="448" y="4277"/>
                  </a:lnTo>
                  <a:lnTo>
                    <a:pt x="447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6" name="Freeform 6">
              <a:extLst>
                <a:ext uri="{FF2B5EF4-FFF2-40B4-BE49-F238E27FC236}">
                  <a16:creationId xmlns:a16="http://schemas.microsoft.com/office/drawing/2014/main" id="{DF21B6AB-8AF5-4823-92E3-F33B9EAEF6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0"/>
              <a:ext cx="885825" cy="6858000"/>
            </a:xfrm>
            <a:custGeom>
              <a:avLst/>
              <a:gdLst/>
              <a:ahLst/>
              <a:cxnLst/>
              <a:rect l="0" t="0" r="r" b="b"/>
              <a:pathLst>
                <a:path w="558" h="4320">
                  <a:moveTo>
                    <a:pt x="0" y="0"/>
                  </a:moveTo>
                  <a:lnTo>
                    <a:pt x="447" y="0"/>
                  </a:lnTo>
                  <a:lnTo>
                    <a:pt x="448" y="43"/>
                  </a:lnTo>
                  <a:lnTo>
                    <a:pt x="453" y="81"/>
                  </a:lnTo>
                  <a:lnTo>
                    <a:pt x="460" y="114"/>
                  </a:lnTo>
                  <a:lnTo>
                    <a:pt x="469" y="143"/>
                  </a:lnTo>
                  <a:lnTo>
                    <a:pt x="479" y="169"/>
                  </a:lnTo>
                  <a:lnTo>
                    <a:pt x="491" y="192"/>
                  </a:lnTo>
                  <a:lnTo>
                    <a:pt x="503" y="216"/>
                  </a:lnTo>
                  <a:lnTo>
                    <a:pt x="515" y="240"/>
                  </a:lnTo>
                  <a:lnTo>
                    <a:pt x="525" y="263"/>
                  </a:lnTo>
                  <a:lnTo>
                    <a:pt x="535" y="289"/>
                  </a:lnTo>
                  <a:lnTo>
                    <a:pt x="545" y="318"/>
                  </a:lnTo>
                  <a:lnTo>
                    <a:pt x="552" y="351"/>
                  </a:lnTo>
                  <a:lnTo>
                    <a:pt x="556" y="389"/>
                  </a:lnTo>
                  <a:lnTo>
                    <a:pt x="558" y="432"/>
                  </a:lnTo>
                  <a:lnTo>
                    <a:pt x="556" y="475"/>
                  </a:lnTo>
                  <a:lnTo>
                    <a:pt x="552" y="513"/>
                  </a:lnTo>
                  <a:lnTo>
                    <a:pt x="545" y="546"/>
                  </a:lnTo>
                  <a:lnTo>
                    <a:pt x="535" y="575"/>
                  </a:lnTo>
                  <a:lnTo>
                    <a:pt x="525" y="601"/>
                  </a:lnTo>
                  <a:lnTo>
                    <a:pt x="515" y="624"/>
                  </a:lnTo>
                  <a:lnTo>
                    <a:pt x="503" y="648"/>
                  </a:lnTo>
                  <a:lnTo>
                    <a:pt x="491" y="672"/>
                  </a:lnTo>
                  <a:lnTo>
                    <a:pt x="479" y="695"/>
                  </a:lnTo>
                  <a:lnTo>
                    <a:pt x="469" y="721"/>
                  </a:lnTo>
                  <a:lnTo>
                    <a:pt x="460" y="750"/>
                  </a:lnTo>
                  <a:lnTo>
                    <a:pt x="453" y="783"/>
                  </a:lnTo>
                  <a:lnTo>
                    <a:pt x="448" y="821"/>
                  </a:lnTo>
                  <a:lnTo>
                    <a:pt x="447" y="864"/>
                  </a:lnTo>
                  <a:lnTo>
                    <a:pt x="448" y="907"/>
                  </a:lnTo>
                  <a:lnTo>
                    <a:pt x="453" y="945"/>
                  </a:lnTo>
                  <a:lnTo>
                    <a:pt x="460" y="978"/>
                  </a:lnTo>
                  <a:lnTo>
                    <a:pt x="469" y="1007"/>
                  </a:lnTo>
                  <a:lnTo>
                    <a:pt x="479" y="1033"/>
                  </a:lnTo>
                  <a:lnTo>
                    <a:pt x="491" y="1056"/>
                  </a:lnTo>
                  <a:lnTo>
                    <a:pt x="503" y="1080"/>
                  </a:lnTo>
                  <a:lnTo>
                    <a:pt x="515" y="1104"/>
                  </a:lnTo>
                  <a:lnTo>
                    <a:pt x="525" y="1127"/>
                  </a:lnTo>
                  <a:lnTo>
                    <a:pt x="535" y="1153"/>
                  </a:lnTo>
                  <a:lnTo>
                    <a:pt x="545" y="1182"/>
                  </a:lnTo>
                  <a:lnTo>
                    <a:pt x="552" y="1215"/>
                  </a:lnTo>
                  <a:lnTo>
                    <a:pt x="556" y="1253"/>
                  </a:lnTo>
                  <a:lnTo>
                    <a:pt x="558" y="1296"/>
                  </a:lnTo>
                  <a:lnTo>
                    <a:pt x="556" y="1339"/>
                  </a:lnTo>
                  <a:lnTo>
                    <a:pt x="552" y="1377"/>
                  </a:lnTo>
                  <a:lnTo>
                    <a:pt x="545" y="1410"/>
                  </a:lnTo>
                  <a:lnTo>
                    <a:pt x="535" y="1439"/>
                  </a:lnTo>
                  <a:lnTo>
                    <a:pt x="525" y="1465"/>
                  </a:lnTo>
                  <a:lnTo>
                    <a:pt x="515" y="1488"/>
                  </a:lnTo>
                  <a:lnTo>
                    <a:pt x="503" y="1512"/>
                  </a:lnTo>
                  <a:lnTo>
                    <a:pt x="491" y="1536"/>
                  </a:lnTo>
                  <a:lnTo>
                    <a:pt x="479" y="1559"/>
                  </a:lnTo>
                  <a:lnTo>
                    <a:pt x="469" y="1585"/>
                  </a:lnTo>
                  <a:lnTo>
                    <a:pt x="460" y="1614"/>
                  </a:lnTo>
                  <a:lnTo>
                    <a:pt x="453" y="1647"/>
                  </a:lnTo>
                  <a:lnTo>
                    <a:pt x="448" y="1685"/>
                  </a:lnTo>
                  <a:lnTo>
                    <a:pt x="447" y="1728"/>
                  </a:lnTo>
                  <a:lnTo>
                    <a:pt x="448" y="1771"/>
                  </a:lnTo>
                  <a:lnTo>
                    <a:pt x="453" y="1809"/>
                  </a:lnTo>
                  <a:lnTo>
                    <a:pt x="460" y="1842"/>
                  </a:lnTo>
                  <a:lnTo>
                    <a:pt x="469" y="1871"/>
                  </a:lnTo>
                  <a:lnTo>
                    <a:pt x="479" y="1897"/>
                  </a:lnTo>
                  <a:lnTo>
                    <a:pt x="491" y="1920"/>
                  </a:lnTo>
                  <a:lnTo>
                    <a:pt x="503" y="1944"/>
                  </a:lnTo>
                  <a:lnTo>
                    <a:pt x="515" y="1968"/>
                  </a:lnTo>
                  <a:lnTo>
                    <a:pt x="525" y="1991"/>
                  </a:lnTo>
                  <a:lnTo>
                    <a:pt x="535" y="2017"/>
                  </a:lnTo>
                  <a:lnTo>
                    <a:pt x="545" y="2046"/>
                  </a:lnTo>
                  <a:lnTo>
                    <a:pt x="552" y="2079"/>
                  </a:lnTo>
                  <a:lnTo>
                    <a:pt x="556" y="2117"/>
                  </a:lnTo>
                  <a:lnTo>
                    <a:pt x="558" y="2159"/>
                  </a:lnTo>
                  <a:lnTo>
                    <a:pt x="556" y="2203"/>
                  </a:lnTo>
                  <a:lnTo>
                    <a:pt x="552" y="2241"/>
                  </a:lnTo>
                  <a:lnTo>
                    <a:pt x="545" y="2274"/>
                  </a:lnTo>
                  <a:lnTo>
                    <a:pt x="535" y="2303"/>
                  </a:lnTo>
                  <a:lnTo>
                    <a:pt x="525" y="2329"/>
                  </a:lnTo>
                  <a:lnTo>
                    <a:pt x="515" y="2352"/>
                  </a:lnTo>
                  <a:lnTo>
                    <a:pt x="503" y="2376"/>
                  </a:lnTo>
                  <a:lnTo>
                    <a:pt x="491" y="2400"/>
                  </a:lnTo>
                  <a:lnTo>
                    <a:pt x="479" y="2423"/>
                  </a:lnTo>
                  <a:lnTo>
                    <a:pt x="469" y="2449"/>
                  </a:lnTo>
                  <a:lnTo>
                    <a:pt x="460" y="2478"/>
                  </a:lnTo>
                  <a:lnTo>
                    <a:pt x="453" y="2511"/>
                  </a:lnTo>
                  <a:lnTo>
                    <a:pt x="448" y="2549"/>
                  </a:lnTo>
                  <a:lnTo>
                    <a:pt x="447" y="2592"/>
                  </a:lnTo>
                  <a:lnTo>
                    <a:pt x="448" y="2635"/>
                  </a:lnTo>
                  <a:lnTo>
                    <a:pt x="453" y="2673"/>
                  </a:lnTo>
                  <a:lnTo>
                    <a:pt x="460" y="2706"/>
                  </a:lnTo>
                  <a:lnTo>
                    <a:pt x="469" y="2735"/>
                  </a:lnTo>
                  <a:lnTo>
                    <a:pt x="479" y="2761"/>
                  </a:lnTo>
                  <a:lnTo>
                    <a:pt x="491" y="2784"/>
                  </a:lnTo>
                  <a:lnTo>
                    <a:pt x="515" y="2832"/>
                  </a:lnTo>
                  <a:lnTo>
                    <a:pt x="525" y="2855"/>
                  </a:lnTo>
                  <a:lnTo>
                    <a:pt x="535" y="2881"/>
                  </a:lnTo>
                  <a:lnTo>
                    <a:pt x="545" y="2910"/>
                  </a:lnTo>
                  <a:lnTo>
                    <a:pt x="552" y="2943"/>
                  </a:lnTo>
                  <a:lnTo>
                    <a:pt x="556" y="2981"/>
                  </a:lnTo>
                  <a:lnTo>
                    <a:pt x="558" y="3024"/>
                  </a:lnTo>
                  <a:lnTo>
                    <a:pt x="556" y="3067"/>
                  </a:lnTo>
                  <a:lnTo>
                    <a:pt x="552" y="3105"/>
                  </a:lnTo>
                  <a:lnTo>
                    <a:pt x="545" y="3138"/>
                  </a:lnTo>
                  <a:lnTo>
                    <a:pt x="535" y="3167"/>
                  </a:lnTo>
                  <a:lnTo>
                    <a:pt x="525" y="3193"/>
                  </a:lnTo>
                  <a:lnTo>
                    <a:pt x="515" y="3216"/>
                  </a:lnTo>
                  <a:lnTo>
                    <a:pt x="503" y="3240"/>
                  </a:lnTo>
                  <a:lnTo>
                    <a:pt x="491" y="3264"/>
                  </a:lnTo>
                  <a:lnTo>
                    <a:pt x="479" y="3287"/>
                  </a:lnTo>
                  <a:lnTo>
                    <a:pt x="469" y="3313"/>
                  </a:lnTo>
                  <a:lnTo>
                    <a:pt x="460" y="3342"/>
                  </a:lnTo>
                  <a:lnTo>
                    <a:pt x="453" y="3375"/>
                  </a:lnTo>
                  <a:lnTo>
                    <a:pt x="448" y="3413"/>
                  </a:lnTo>
                  <a:lnTo>
                    <a:pt x="447" y="3456"/>
                  </a:lnTo>
                  <a:lnTo>
                    <a:pt x="448" y="3499"/>
                  </a:lnTo>
                  <a:lnTo>
                    <a:pt x="453" y="3537"/>
                  </a:lnTo>
                  <a:lnTo>
                    <a:pt x="460" y="3570"/>
                  </a:lnTo>
                  <a:lnTo>
                    <a:pt x="469" y="3599"/>
                  </a:lnTo>
                  <a:lnTo>
                    <a:pt x="479" y="3625"/>
                  </a:lnTo>
                  <a:lnTo>
                    <a:pt x="491" y="3648"/>
                  </a:lnTo>
                  <a:lnTo>
                    <a:pt x="503" y="3672"/>
                  </a:lnTo>
                  <a:lnTo>
                    <a:pt x="515" y="3696"/>
                  </a:lnTo>
                  <a:lnTo>
                    <a:pt x="525" y="3719"/>
                  </a:lnTo>
                  <a:lnTo>
                    <a:pt x="535" y="3745"/>
                  </a:lnTo>
                  <a:lnTo>
                    <a:pt x="545" y="3774"/>
                  </a:lnTo>
                  <a:lnTo>
                    <a:pt x="552" y="3807"/>
                  </a:lnTo>
                  <a:lnTo>
                    <a:pt x="556" y="3845"/>
                  </a:lnTo>
                  <a:lnTo>
                    <a:pt x="558" y="3888"/>
                  </a:lnTo>
                  <a:lnTo>
                    <a:pt x="556" y="3931"/>
                  </a:lnTo>
                  <a:lnTo>
                    <a:pt x="552" y="3969"/>
                  </a:lnTo>
                  <a:lnTo>
                    <a:pt x="545" y="4002"/>
                  </a:lnTo>
                  <a:lnTo>
                    <a:pt x="535" y="4031"/>
                  </a:lnTo>
                  <a:lnTo>
                    <a:pt x="525" y="4057"/>
                  </a:lnTo>
                  <a:lnTo>
                    <a:pt x="515" y="4080"/>
                  </a:lnTo>
                  <a:lnTo>
                    <a:pt x="503" y="4104"/>
                  </a:lnTo>
                  <a:lnTo>
                    <a:pt x="491" y="4128"/>
                  </a:lnTo>
                  <a:lnTo>
                    <a:pt x="479" y="4151"/>
                  </a:lnTo>
                  <a:lnTo>
                    <a:pt x="469" y="4177"/>
                  </a:lnTo>
                  <a:lnTo>
                    <a:pt x="460" y="4206"/>
                  </a:lnTo>
                  <a:lnTo>
                    <a:pt x="453" y="4239"/>
                  </a:lnTo>
                  <a:lnTo>
                    <a:pt x="448" y="4277"/>
                  </a:lnTo>
                  <a:lnTo>
                    <a:pt x="447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25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9E16A726-C80C-7C45-AA89-6098D1B65C17}"/>
              </a:ext>
            </a:extLst>
          </p:cNvPr>
          <p:cNvSpPr txBox="1"/>
          <p:nvPr/>
        </p:nvSpPr>
        <p:spPr>
          <a:xfrm>
            <a:off x="4916250" y="619125"/>
            <a:ext cx="6508987" cy="56197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tx1">
                    <a:alpha val="60000"/>
                  </a:schemeClr>
                </a:solidFill>
              </a:rPr>
              <a:t>Elastic Load Balancing (ELB) automatically distributes incoming application traffic across multiple targets and virtual appliances in one or more Availability Zones (AZs).</a:t>
            </a:r>
          </a:p>
        </p:txBody>
      </p:sp>
    </p:spTree>
    <p:extLst>
      <p:ext uri="{BB962C8B-B14F-4D97-AF65-F5344CB8AC3E}">
        <p14:creationId xmlns:p14="http://schemas.microsoft.com/office/powerpoint/2010/main" val="22362272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FC9BE17-9A7B-462D-AE50-3D87773873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Packages on conveyor belt">
            <a:extLst>
              <a:ext uri="{FF2B5EF4-FFF2-40B4-BE49-F238E27FC236}">
                <a16:creationId xmlns:a16="http://schemas.microsoft.com/office/drawing/2014/main" id="{18830225-810F-457B-9D13-70A13BFF519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5627" b="-1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3EBE8569-6AEC-4B8C-8D53-2DE337CDBA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8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00984" cy="9144"/>
          </a:xfrm>
          <a:prstGeom prst="rect">
            <a:avLst/>
          </a:prstGeom>
          <a:solidFill>
            <a:srgbClr val="D5D5D5"/>
          </a:solidFill>
          <a:ln w="3175">
            <a:solidFill>
              <a:srgbClr val="D5D5D5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017A8E59-9096-A04A-9B3A-BCAD7DE044E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586207"/>
              </p:ext>
            </p:extLst>
          </p:nvPr>
        </p:nvGraphicFramePr>
        <p:xfrm>
          <a:off x="554107" y="2727198"/>
          <a:ext cx="4027832" cy="21719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E31430BC-C0AE-364B-A7AB-8CC82EE1A63B}"/>
              </a:ext>
            </a:extLst>
          </p:cNvPr>
          <p:cNvSpPr txBox="1"/>
          <p:nvPr/>
        </p:nvSpPr>
        <p:spPr>
          <a:xfrm>
            <a:off x="554106" y="1785366"/>
            <a:ext cx="402783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Classic Load  Balancer 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8272903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EBAA428-27B7-6D4E-8C02-5E42029EC4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190" y="706871"/>
            <a:ext cx="11814810" cy="615112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559B8EC-A848-7F4D-8F49-41072BB4A713}"/>
              </a:ext>
            </a:extLst>
          </p:cNvPr>
          <p:cNvSpPr txBox="1"/>
          <p:nvPr/>
        </p:nvSpPr>
        <p:spPr>
          <a:xfrm>
            <a:off x="468630" y="480060"/>
            <a:ext cx="442341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</a:rPr>
              <a:t>New Generation:</a:t>
            </a:r>
          </a:p>
          <a:p>
            <a:r>
              <a:rPr lang="en-US" sz="2400" b="1" dirty="0">
                <a:solidFill>
                  <a:schemeClr val="accent1"/>
                </a:solidFill>
              </a:rPr>
              <a:t>(1) Application Load  Balancer</a:t>
            </a:r>
          </a:p>
        </p:txBody>
      </p:sp>
    </p:spTree>
    <p:extLst>
      <p:ext uri="{BB962C8B-B14F-4D97-AF65-F5344CB8AC3E}">
        <p14:creationId xmlns:p14="http://schemas.microsoft.com/office/powerpoint/2010/main" val="41242942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559B8EC-A848-7F4D-8F49-41072BB4A713}"/>
              </a:ext>
            </a:extLst>
          </p:cNvPr>
          <p:cNvSpPr txBox="1"/>
          <p:nvPr/>
        </p:nvSpPr>
        <p:spPr>
          <a:xfrm>
            <a:off x="468630" y="480060"/>
            <a:ext cx="7086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</a:rPr>
              <a:t>New Generation:   (2) Gateway Load  Balancer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7F2B8C-3C07-654C-8C4C-992BD2EE79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700" y="1311057"/>
            <a:ext cx="11320599" cy="5307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44287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26C797F-3012-D240-8CF0-92F761EA64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715756"/>
            <a:ext cx="11369040" cy="566218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559B8EC-A848-7F4D-8F49-41072BB4A713}"/>
              </a:ext>
            </a:extLst>
          </p:cNvPr>
          <p:cNvSpPr txBox="1"/>
          <p:nvPr/>
        </p:nvSpPr>
        <p:spPr>
          <a:xfrm>
            <a:off x="468630" y="480060"/>
            <a:ext cx="442341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</a:rPr>
              <a:t>New Generation:</a:t>
            </a:r>
          </a:p>
          <a:p>
            <a:r>
              <a:rPr lang="en-US" sz="2400" b="1" dirty="0">
                <a:solidFill>
                  <a:schemeClr val="accent1"/>
                </a:solidFill>
              </a:rPr>
              <a:t>(3) Network Load  Balancer</a:t>
            </a:r>
          </a:p>
        </p:txBody>
      </p:sp>
    </p:spTree>
    <p:extLst>
      <p:ext uri="{BB962C8B-B14F-4D97-AF65-F5344CB8AC3E}">
        <p14:creationId xmlns:p14="http://schemas.microsoft.com/office/powerpoint/2010/main" val="4332318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F4FB4C7-4947-9C4A-8310-6E05B4911D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032" y="640080"/>
            <a:ext cx="11115935" cy="5871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98241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6CCC63-06D1-A640-A900-E2C29707CC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0338" y="640080"/>
            <a:ext cx="3734014" cy="356616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/>
              <a:t>Lab Time</a:t>
            </a:r>
          </a:p>
        </p:txBody>
      </p:sp>
      <p:sp>
        <p:nvSpPr>
          <p:cNvPr id="29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0338" y="4409267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Programming data on computer monitor">
            <a:extLst>
              <a:ext uri="{FF2B5EF4-FFF2-40B4-BE49-F238E27FC236}">
                <a16:creationId xmlns:a16="http://schemas.microsoft.com/office/drawing/2014/main" id="{51BC2F7D-DEBC-4876-A2DC-87FCEAF08C3F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"/>
          <a:stretch/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633958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Blue Green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3474</TotalTime>
  <Words>327</Words>
  <Application>Microsoft Macintosh PowerPoint</Application>
  <PresentationFormat>Widescreen</PresentationFormat>
  <Paragraphs>44</Paragraphs>
  <Slides>14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COMP 3962  Cloud Computing Platforms</vt:lpstr>
      <vt:lpstr>Agenda</vt:lpstr>
      <vt:lpstr>Load balancing</vt:lpstr>
      <vt:lpstr>Load balancer</vt:lpstr>
      <vt:lpstr>Common Algorithms</vt:lpstr>
      <vt:lpstr>Hardware V.S. software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Lab Time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Frederic Guo</dc:creator>
  <cp:lastModifiedBy>Frederic Guo</cp:lastModifiedBy>
  <cp:revision>82</cp:revision>
  <dcterms:created xsi:type="dcterms:W3CDTF">2021-12-25T17:11:56Z</dcterms:created>
  <dcterms:modified xsi:type="dcterms:W3CDTF">2022-12-28T21:24:11Z</dcterms:modified>
</cp:coreProperties>
</file>