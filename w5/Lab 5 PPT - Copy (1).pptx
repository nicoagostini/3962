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7" r:id="rId1"/>
  </p:sldMasterIdLst>
  <p:notesMasterIdLst>
    <p:notesMasterId r:id="rId26"/>
  </p:notesMasterIdLst>
  <p:sldIdLst>
    <p:sldId id="256" r:id="rId2"/>
    <p:sldId id="283" r:id="rId3"/>
    <p:sldId id="465" r:id="rId4"/>
    <p:sldId id="468" r:id="rId5"/>
    <p:sldId id="470" r:id="rId6"/>
    <p:sldId id="469" r:id="rId7"/>
    <p:sldId id="446" r:id="rId8"/>
    <p:sldId id="447" r:id="rId9"/>
    <p:sldId id="448" r:id="rId10"/>
    <p:sldId id="449" r:id="rId11"/>
    <p:sldId id="260" r:id="rId12"/>
    <p:sldId id="263" r:id="rId13"/>
    <p:sldId id="262" r:id="rId14"/>
    <p:sldId id="281" r:id="rId15"/>
    <p:sldId id="280" r:id="rId16"/>
    <p:sldId id="279" r:id="rId17"/>
    <p:sldId id="284" r:id="rId18"/>
    <p:sldId id="466" r:id="rId19"/>
    <p:sldId id="282" r:id="rId20"/>
    <p:sldId id="450" r:id="rId21"/>
    <p:sldId id="471" r:id="rId22"/>
    <p:sldId id="451" r:id="rId23"/>
    <p:sldId id="467" r:id="rId24"/>
    <p:sldId id="275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6530"/>
    <a:srgbClr val="8BC1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455"/>
    <p:restoredTop sz="96654"/>
  </p:normalViewPr>
  <p:slideViewPr>
    <p:cSldViewPr snapToGrid="0" snapToObjects="1">
      <p:cViewPr varScale="1">
        <p:scale>
          <a:sx n="142" d="100"/>
          <a:sy n="142" d="100"/>
        </p:scale>
        <p:origin x="5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Relationship Id="rId14" Type="http://schemas.openxmlformats.org/officeDocument/2006/relationships/image" Target="../media/image29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4" Type="http://schemas.openxmlformats.org/officeDocument/2006/relationships/image" Target="../media/image3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Relationship Id="rId14" Type="http://schemas.openxmlformats.org/officeDocument/2006/relationships/image" Target="../media/image29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4" Type="http://schemas.openxmlformats.org/officeDocument/2006/relationships/image" Target="../media/image3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E71FC9-71DC-094F-9B2F-8E4190B177B7}" type="doc">
      <dgm:prSet loTypeId="urn:microsoft.com/office/officeart/2008/layout/LinedList" loCatId="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4042634-C624-5040-9731-558E1167A901}">
      <dgm:prSet/>
      <dgm:spPr/>
      <dgm:t>
        <a:bodyPr/>
        <a:lstStyle/>
        <a:p>
          <a:r>
            <a:rPr lang="en-US" dirty="0"/>
            <a:t>EBS Elaboration</a:t>
          </a:r>
        </a:p>
      </dgm:t>
    </dgm:pt>
    <dgm:pt modelId="{98687AA5-4AD1-0846-ABD5-9ACB3BBF4832}" type="parTrans" cxnId="{513C3DDC-6B6C-6C47-A280-1AEC61164FC6}">
      <dgm:prSet/>
      <dgm:spPr/>
      <dgm:t>
        <a:bodyPr/>
        <a:lstStyle/>
        <a:p>
          <a:endParaRPr lang="en-US"/>
        </a:p>
      </dgm:t>
    </dgm:pt>
    <dgm:pt modelId="{3AF322E4-B2CA-8E45-B102-DBA2253C8D89}" type="sibTrans" cxnId="{513C3DDC-6B6C-6C47-A280-1AEC61164FC6}">
      <dgm:prSet/>
      <dgm:spPr/>
      <dgm:t>
        <a:bodyPr/>
        <a:lstStyle/>
        <a:p>
          <a:endParaRPr lang="en-US"/>
        </a:p>
      </dgm:t>
    </dgm:pt>
    <dgm:pt modelId="{924D05C6-1757-BE4B-A005-E1209F312E1D}">
      <dgm:prSet/>
      <dgm:spPr/>
      <dgm:t>
        <a:bodyPr/>
        <a:lstStyle/>
        <a:p>
          <a:r>
            <a:rPr lang="en-US" dirty="0"/>
            <a:t>Linux Basics</a:t>
          </a:r>
        </a:p>
      </dgm:t>
    </dgm:pt>
    <dgm:pt modelId="{0F960F6A-2E68-A945-B343-DE742F115164}" type="parTrans" cxnId="{21D79456-99AF-EA4F-B9A1-C332F9C447B6}">
      <dgm:prSet/>
      <dgm:spPr/>
      <dgm:t>
        <a:bodyPr/>
        <a:lstStyle/>
        <a:p>
          <a:endParaRPr lang="en-US"/>
        </a:p>
      </dgm:t>
    </dgm:pt>
    <dgm:pt modelId="{6B3557D1-5FAD-CD47-8D5E-72717C0AA77E}" type="sibTrans" cxnId="{21D79456-99AF-EA4F-B9A1-C332F9C447B6}">
      <dgm:prSet/>
      <dgm:spPr/>
      <dgm:t>
        <a:bodyPr/>
        <a:lstStyle/>
        <a:p>
          <a:endParaRPr lang="en-US"/>
        </a:p>
      </dgm:t>
    </dgm:pt>
    <dgm:pt modelId="{8F7EB617-48BD-EB4F-A2DA-7D1A28F33B33}" type="pres">
      <dgm:prSet presAssocID="{9BE71FC9-71DC-094F-9B2F-8E4190B177B7}" presName="vert0" presStyleCnt="0">
        <dgm:presLayoutVars>
          <dgm:dir/>
          <dgm:animOne val="branch"/>
          <dgm:animLvl val="lvl"/>
        </dgm:presLayoutVars>
      </dgm:prSet>
      <dgm:spPr/>
    </dgm:pt>
    <dgm:pt modelId="{C367F9AE-246E-4F45-B024-16025F664153}" type="pres">
      <dgm:prSet presAssocID="{C4042634-C624-5040-9731-558E1167A901}" presName="thickLine" presStyleLbl="alignNode1" presStyleIdx="0" presStyleCnt="2"/>
      <dgm:spPr/>
    </dgm:pt>
    <dgm:pt modelId="{469CCDD4-1CDF-5344-B7C4-81AE33D691FC}" type="pres">
      <dgm:prSet presAssocID="{C4042634-C624-5040-9731-558E1167A901}" presName="horz1" presStyleCnt="0"/>
      <dgm:spPr/>
    </dgm:pt>
    <dgm:pt modelId="{9C627C27-E07D-4A42-9CC8-37AF2C24261C}" type="pres">
      <dgm:prSet presAssocID="{C4042634-C624-5040-9731-558E1167A901}" presName="tx1" presStyleLbl="revTx" presStyleIdx="0" presStyleCnt="2"/>
      <dgm:spPr/>
    </dgm:pt>
    <dgm:pt modelId="{8356B4FE-7E90-E546-A4B8-9299BC14D3E0}" type="pres">
      <dgm:prSet presAssocID="{C4042634-C624-5040-9731-558E1167A901}" presName="vert1" presStyleCnt="0"/>
      <dgm:spPr/>
    </dgm:pt>
    <dgm:pt modelId="{D226488F-B70D-CF43-8EAB-C9202351C97E}" type="pres">
      <dgm:prSet presAssocID="{924D05C6-1757-BE4B-A005-E1209F312E1D}" presName="thickLine" presStyleLbl="alignNode1" presStyleIdx="1" presStyleCnt="2"/>
      <dgm:spPr/>
    </dgm:pt>
    <dgm:pt modelId="{F2326E99-9B85-D443-8C86-AAC4AB1D5A08}" type="pres">
      <dgm:prSet presAssocID="{924D05C6-1757-BE4B-A005-E1209F312E1D}" presName="horz1" presStyleCnt="0"/>
      <dgm:spPr/>
    </dgm:pt>
    <dgm:pt modelId="{8A716C3B-AF19-FA45-B549-D8824DB2BBB1}" type="pres">
      <dgm:prSet presAssocID="{924D05C6-1757-BE4B-A005-E1209F312E1D}" presName="tx1" presStyleLbl="revTx" presStyleIdx="1" presStyleCnt="2"/>
      <dgm:spPr/>
    </dgm:pt>
    <dgm:pt modelId="{F32037E6-059B-2445-BCF5-0B8143B641E1}" type="pres">
      <dgm:prSet presAssocID="{924D05C6-1757-BE4B-A005-E1209F312E1D}" presName="vert1" presStyleCnt="0"/>
      <dgm:spPr/>
    </dgm:pt>
  </dgm:ptLst>
  <dgm:cxnLst>
    <dgm:cxn modelId="{4FC5FB10-AC2D-924D-A6C7-D00BD1FF8050}" type="presOf" srcId="{9BE71FC9-71DC-094F-9B2F-8E4190B177B7}" destId="{8F7EB617-48BD-EB4F-A2DA-7D1A28F33B33}" srcOrd="0" destOrd="0" presId="urn:microsoft.com/office/officeart/2008/layout/LinedList"/>
    <dgm:cxn modelId="{21D79456-99AF-EA4F-B9A1-C332F9C447B6}" srcId="{9BE71FC9-71DC-094F-9B2F-8E4190B177B7}" destId="{924D05C6-1757-BE4B-A005-E1209F312E1D}" srcOrd="1" destOrd="0" parTransId="{0F960F6A-2E68-A945-B343-DE742F115164}" sibTransId="{6B3557D1-5FAD-CD47-8D5E-72717C0AA77E}"/>
    <dgm:cxn modelId="{7881F0A3-D5D7-214C-91F6-F45196C86CD6}" type="presOf" srcId="{924D05C6-1757-BE4B-A005-E1209F312E1D}" destId="{8A716C3B-AF19-FA45-B549-D8824DB2BBB1}" srcOrd="0" destOrd="0" presId="urn:microsoft.com/office/officeart/2008/layout/LinedList"/>
    <dgm:cxn modelId="{E1A66EB0-525F-FD4F-807D-4B4884A18922}" type="presOf" srcId="{C4042634-C624-5040-9731-558E1167A901}" destId="{9C627C27-E07D-4A42-9CC8-37AF2C24261C}" srcOrd="0" destOrd="0" presId="urn:microsoft.com/office/officeart/2008/layout/LinedList"/>
    <dgm:cxn modelId="{513C3DDC-6B6C-6C47-A280-1AEC61164FC6}" srcId="{9BE71FC9-71DC-094F-9B2F-8E4190B177B7}" destId="{C4042634-C624-5040-9731-558E1167A901}" srcOrd="0" destOrd="0" parTransId="{98687AA5-4AD1-0846-ABD5-9ACB3BBF4832}" sibTransId="{3AF322E4-B2CA-8E45-B102-DBA2253C8D89}"/>
    <dgm:cxn modelId="{8349CAC2-BB50-6E47-B600-9EB35BC33514}" type="presParOf" srcId="{8F7EB617-48BD-EB4F-A2DA-7D1A28F33B33}" destId="{C367F9AE-246E-4F45-B024-16025F664153}" srcOrd="0" destOrd="0" presId="urn:microsoft.com/office/officeart/2008/layout/LinedList"/>
    <dgm:cxn modelId="{78A463F3-5C54-B143-B399-A96FAE056DB2}" type="presParOf" srcId="{8F7EB617-48BD-EB4F-A2DA-7D1A28F33B33}" destId="{469CCDD4-1CDF-5344-B7C4-81AE33D691FC}" srcOrd="1" destOrd="0" presId="urn:microsoft.com/office/officeart/2008/layout/LinedList"/>
    <dgm:cxn modelId="{329D43DB-EBC7-A04B-851C-6923044CBC4A}" type="presParOf" srcId="{469CCDD4-1CDF-5344-B7C4-81AE33D691FC}" destId="{9C627C27-E07D-4A42-9CC8-37AF2C24261C}" srcOrd="0" destOrd="0" presId="urn:microsoft.com/office/officeart/2008/layout/LinedList"/>
    <dgm:cxn modelId="{04964EC0-FCD9-BF4B-A850-00348A21ADF3}" type="presParOf" srcId="{469CCDD4-1CDF-5344-B7C4-81AE33D691FC}" destId="{8356B4FE-7E90-E546-A4B8-9299BC14D3E0}" srcOrd="1" destOrd="0" presId="urn:microsoft.com/office/officeart/2008/layout/LinedList"/>
    <dgm:cxn modelId="{C80AF107-B3F3-B748-AA02-74470A7F9064}" type="presParOf" srcId="{8F7EB617-48BD-EB4F-A2DA-7D1A28F33B33}" destId="{D226488F-B70D-CF43-8EAB-C9202351C97E}" srcOrd="2" destOrd="0" presId="urn:microsoft.com/office/officeart/2008/layout/LinedList"/>
    <dgm:cxn modelId="{BEAA14C6-CC2B-3747-88FA-DC42038C06CB}" type="presParOf" srcId="{8F7EB617-48BD-EB4F-A2DA-7D1A28F33B33}" destId="{F2326E99-9B85-D443-8C86-AAC4AB1D5A08}" srcOrd="3" destOrd="0" presId="urn:microsoft.com/office/officeart/2008/layout/LinedList"/>
    <dgm:cxn modelId="{75C1CB8E-4349-CE46-A9F7-237142A1461D}" type="presParOf" srcId="{F2326E99-9B85-D443-8C86-AAC4AB1D5A08}" destId="{8A716C3B-AF19-FA45-B549-D8824DB2BBB1}" srcOrd="0" destOrd="0" presId="urn:microsoft.com/office/officeart/2008/layout/LinedList"/>
    <dgm:cxn modelId="{BA666F2E-F644-D040-91AD-800A9C7879E7}" type="presParOf" srcId="{F2326E99-9B85-D443-8C86-AAC4AB1D5A08}" destId="{F32037E6-059B-2445-BCF5-0B8143B641E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7A6681-CB41-2147-9B94-0545DA716D98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53203D8-16A3-EA43-AD4E-731A772BFB61}">
      <dgm:prSet/>
      <dgm:spPr/>
      <dgm:t>
        <a:bodyPr/>
        <a:lstStyle/>
        <a:p>
          <a:r>
            <a:rPr lang="en-US"/>
            <a:t>To create snapshots</a:t>
          </a:r>
          <a:endParaRPr lang="en-CA"/>
        </a:p>
      </dgm:t>
    </dgm:pt>
    <dgm:pt modelId="{5552B485-8307-0B4A-BF6E-2D23B6E2E315}" type="parTrans" cxnId="{5C9C8F09-32D0-A641-9A3C-AC63848DB601}">
      <dgm:prSet/>
      <dgm:spPr/>
      <dgm:t>
        <a:bodyPr/>
        <a:lstStyle/>
        <a:p>
          <a:endParaRPr lang="en-US"/>
        </a:p>
      </dgm:t>
    </dgm:pt>
    <dgm:pt modelId="{F24EB41C-6733-E844-BFD0-8CE414EBCC0A}" type="sibTrans" cxnId="{5C9C8F09-32D0-A641-9A3C-AC63848DB601}">
      <dgm:prSet/>
      <dgm:spPr/>
      <dgm:t>
        <a:bodyPr/>
        <a:lstStyle/>
        <a:p>
          <a:endParaRPr lang="en-US"/>
        </a:p>
      </dgm:t>
    </dgm:pt>
    <dgm:pt modelId="{4F5AFF4D-1657-FE43-9C06-8D32913E16B2}">
      <dgm:prSet/>
      <dgm:spPr/>
      <dgm:t>
        <a:bodyPr/>
        <a:lstStyle/>
        <a:p>
          <a:r>
            <a:rPr lang="en-US"/>
            <a:t>Create snapshot on a volume</a:t>
          </a:r>
          <a:endParaRPr lang="en-CA"/>
        </a:p>
      </dgm:t>
    </dgm:pt>
    <dgm:pt modelId="{B63A1BBE-5AC1-0F4A-801B-ADEC4032F534}" type="parTrans" cxnId="{6F0CD637-3FDA-C04E-B100-56492DF40FC4}">
      <dgm:prSet/>
      <dgm:spPr/>
      <dgm:t>
        <a:bodyPr/>
        <a:lstStyle/>
        <a:p>
          <a:endParaRPr lang="en-US"/>
        </a:p>
      </dgm:t>
    </dgm:pt>
    <dgm:pt modelId="{A8D7B24C-ABF7-634C-876D-7219CF5BDBBA}" type="sibTrans" cxnId="{6F0CD637-3FDA-C04E-B100-56492DF40FC4}">
      <dgm:prSet/>
      <dgm:spPr/>
      <dgm:t>
        <a:bodyPr/>
        <a:lstStyle/>
        <a:p>
          <a:endParaRPr lang="en-US"/>
        </a:p>
      </dgm:t>
    </dgm:pt>
    <dgm:pt modelId="{6E701985-D529-694C-866A-016BED27911E}">
      <dgm:prSet/>
      <dgm:spPr/>
      <dgm:t>
        <a:bodyPr/>
        <a:lstStyle/>
        <a:p>
          <a:r>
            <a:rPr lang="en-US"/>
            <a:t>Create snapshot on an instance</a:t>
          </a:r>
          <a:endParaRPr lang="en-CA"/>
        </a:p>
      </dgm:t>
    </dgm:pt>
    <dgm:pt modelId="{25C8821C-DD3F-144C-9E68-17DA66A67F10}" type="parTrans" cxnId="{AD98EE63-C35B-6D4F-996A-1A13B3593B5B}">
      <dgm:prSet/>
      <dgm:spPr/>
      <dgm:t>
        <a:bodyPr/>
        <a:lstStyle/>
        <a:p>
          <a:endParaRPr lang="en-US"/>
        </a:p>
      </dgm:t>
    </dgm:pt>
    <dgm:pt modelId="{553A1A4D-B95B-4E44-A751-DCA5E140416D}" type="sibTrans" cxnId="{AD98EE63-C35B-6D4F-996A-1A13B3593B5B}">
      <dgm:prSet/>
      <dgm:spPr/>
      <dgm:t>
        <a:bodyPr/>
        <a:lstStyle/>
        <a:p>
          <a:endParaRPr lang="en-US"/>
        </a:p>
      </dgm:t>
    </dgm:pt>
    <dgm:pt modelId="{A0031F26-5040-E045-9D17-C4CE6D9ABF85}">
      <dgm:prSet/>
      <dgm:spPr/>
      <dgm:t>
        <a:bodyPr/>
        <a:lstStyle/>
        <a:p>
          <a:r>
            <a:rPr lang="en-US"/>
            <a:t>To use snapshots</a:t>
          </a:r>
          <a:endParaRPr lang="en-CA"/>
        </a:p>
      </dgm:t>
    </dgm:pt>
    <dgm:pt modelId="{039ECC11-27D2-6343-9D1B-0B6AA5CE19BC}" type="parTrans" cxnId="{31776F91-A82D-8143-9A44-4E4C8D57E51B}">
      <dgm:prSet/>
      <dgm:spPr/>
      <dgm:t>
        <a:bodyPr/>
        <a:lstStyle/>
        <a:p>
          <a:endParaRPr lang="en-US"/>
        </a:p>
      </dgm:t>
    </dgm:pt>
    <dgm:pt modelId="{2ADB37BC-C8C1-2E4F-8433-E123F40F87B4}" type="sibTrans" cxnId="{31776F91-A82D-8143-9A44-4E4C8D57E51B}">
      <dgm:prSet/>
      <dgm:spPr/>
      <dgm:t>
        <a:bodyPr/>
        <a:lstStyle/>
        <a:p>
          <a:endParaRPr lang="en-US"/>
        </a:p>
      </dgm:t>
    </dgm:pt>
    <dgm:pt modelId="{2F356438-3B9A-D34C-B67B-8C57B9FC2C16}">
      <dgm:prSet/>
      <dgm:spPr/>
      <dgm:t>
        <a:bodyPr/>
        <a:lstStyle/>
        <a:p>
          <a:r>
            <a:rPr lang="en-US"/>
            <a:t>Create volume from snapshot</a:t>
          </a:r>
          <a:endParaRPr lang="en-CA"/>
        </a:p>
      </dgm:t>
    </dgm:pt>
    <dgm:pt modelId="{D2271C3A-2D21-BE42-8A5D-6CEF46678FE1}" type="parTrans" cxnId="{87D2446A-E86C-7A4B-879B-E5E20AF75703}">
      <dgm:prSet/>
      <dgm:spPr/>
      <dgm:t>
        <a:bodyPr/>
        <a:lstStyle/>
        <a:p>
          <a:endParaRPr lang="en-US"/>
        </a:p>
      </dgm:t>
    </dgm:pt>
    <dgm:pt modelId="{6DF061CA-84AD-6042-85F8-2E5B7600DFE7}" type="sibTrans" cxnId="{87D2446A-E86C-7A4B-879B-E5E20AF75703}">
      <dgm:prSet/>
      <dgm:spPr/>
      <dgm:t>
        <a:bodyPr/>
        <a:lstStyle/>
        <a:p>
          <a:endParaRPr lang="en-US"/>
        </a:p>
      </dgm:t>
    </dgm:pt>
    <dgm:pt modelId="{4D745F62-B9B6-404C-9EFC-E38BEAC0E7A2}">
      <dgm:prSet/>
      <dgm:spPr/>
      <dgm:t>
        <a:bodyPr/>
        <a:lstStyle/>
        <a:p>
          <a:r>
            <a:rPr lang="en-US"/>
            <a:t>Create image from snapshot</a:t>
          </a:r>
          <a:endParaRPr lang="en-CA"/>
        </a:p>
      </dgm:t>
    </dgm:pt>
    <dgm:pt modelId="{EE9696FB-FEE2-B04F-9B2A-1745A8920E38}" type="parTrans" cxnId="{89A6EC51-A4A9-BB42-AD34-928064116FC0}">
      <dgm:prSet/>
      <dgm:spPr/>
      <dgm:t>
        <a:bodyPr/>
        <a:lstStyle/>
        <a:p>
          <a:endParaRPr lang="en-US"/>
        </a:p>
      </dgm:t>
    </dgm:pt>
    <dgm:pt modelId="{7D641610-F3C8-434F-A76F-6A9DDAD2D898}" type="sibTrans" cxnId="{89A6EC51-A4A9-BB42-AD34-928064116FC0}">
      <dgm:prSet/>
      <dgm:spPr/>
      <dgm:t>
        <a:bodyPr/>
        <a:lstStyle/>
        <a:p>
          <a:endParaRPr lang="en-US"/>
        </a:p>
      </dgm:t>
    </dgm:pt>
    <dgm:pt modelId="{C62E5655-66EC-174F-A1B6-E64597807876}" type="pres">
      <dgm:prSet presAssocID="{FB7A6681-CB41-2147-9B94-0545DA716D98}" presName="Name0" presStyleCnt="0">
        <dgm:presLayoutVars>
          <dgm:dir/>
          <dgm:animLvl val="lvl"/>
          <dgm:resizeHandles val="exact"/>
        </dgm:presLayoutVars>
      </dgm:prSet>
      <dgm:spPr/>
    </dgm:pt>
    <dgm:pt modelId="{F8C71645-799F-1341-B1F0-D0485052938A}" type="pres">
      <dgm:prSet presAssocID="{A0031F26-5040-E045-9D17-C4CE6D9ABF85}" presName="boxAndChildren" presStyleCnt="0"/>
      <dgm:spPr/>
    </dgm:pt>
    <dgm:pt modelId="{CBEDB973-F301-4B47-B6EC-A7828E3B8B87}" type="pres">
      <dgm:prSet presAssocID="{A0031F26-5040-E045-9D17-C4CE6D9ABF85}" presName="parentTextBox" presStyleLbl="alignNode1" presStyleIdx="0" presStyleCnt="2"/>
      <dgm:spPr/>
    </dgm:pt>
    <dgm:pt modelId="{C8FC8A9D-4072-7141-B068-793E91079A54}" type="pres">
      <dgm:prSet presAssocID="{A0031F26-5040-E045-9D17-C4CE6D9ABF85}" presName="descendantBox" presStyleLbl="bgAccFollowNode1" presStyleIdx="0" presStyleCnt="2"/>
      <dgm:spPr/>
    </dgm:pt>
    <dgm:pt modelId="{0971E258-7596-5D4C-8FA2-20533CA449D0}" type="pres">
      <dgm:prSet presAssocID="{F24EB41C-6733-E844-BFD0-8CE414EBCC0A}" presName="sp" presStyleCnt="0"/>
      <dgm:spPr/>
    </dgm:pt>
    <dgm:pt modelId="{D13AB559-E69A-C941-84FC-AD8837700824}" type="pres">
      <dgm:prSet presAssocID="{B53203D8-16A3-EA43-AD4E-731A772BFB61}" presName="arrowAndChildren" presStyleCnt="0"/>
      <dgm:spPr/>
    </dgm:pt>
    <dgm:pt modelId="{5A3AE8DB-75A6-A74A-9CD9-63E66963AD62}" type="pres">
      <dgm:prSet presAssocID="{B53203D8-16A3-EA43-AD4E-731A772BFB61}" presName="parentTextArrow" presStyleLbl="node1" presStyleIdx="0" presStyleCnt="0"/>
      <dgm:spPr/>
    </dgm:pt>
    <dgm:pt modelId="{B8AF5133-62FB-5D49-81F7-B52E51E90398}" type="pres">
      <dgm:prSet presAssocID="{B53203D8-16A3-EA43-AD4E-731A772BFB61}" presName="arrow" presStyleLbl="alignNode1" presStyleIdx="1" presStyleCnt="2"/>
      <dgm:spPr/>
    </dgm:pt>
    <dgm:pt modelId="{8E935120-C3B4-DF4F-BC52-1D33DF435B4E}" type="pres">
      <dgm:prSet presAssocID="{B53203D8-16A3-EA43-AD4E-731A772BFB61}" presName="descendantArrow" presStyleLbl="bgAccFollowNode1" presStyleIdx="1" presStyleCnt="2"/>
      <dgm:spPr/>
    </dgm:pt>
  </dgm:ptLst>
  <dgm:cxnLst>
    <dgm:cxn modelId="{3B54FF00-868C-2346-9FF9-3215E349C59B}" type="presOf" srcId="{4D745F62-B9B6-404C-9EFC-E38BEAC0E7A2}" destId="{C8FC8A9D-4072-7141-B068-793E91079A54}" srcOrd="0" destOrd="1" presId="urn:microsoft.com/office/officeart/2016/7/layout/VerticalDownArrowProcess"/>
    <dgm:cxn modelId="{84230D08-B390-304B-9BEA-C6671098895B}" type="presOf" srcId="{6E701985-D529-694C-866A-016BED27911E}" destId="{8E935120-C3B4-DF4F-BC52-1D33DF435B4E}" srcOrd="0" destOrd="1" presId="urn:microsoft.com/office/officeart/2016/7/layout/VerticalDownArrowProcess"/>
    <dgm:cxn modelId="{5C9C8F09-32D0-A641-9A3C-AC63848DB601}" srcId="{FB7A6681-CB41-2147-9B94-0545DA716D98}" destId="{B53203D8-16A3-EA43-AD4E-731A772BFB61}" srcOrd="0" destOrd="0" parTransId="{5552B485-8307-0B4A-BF6E-2D23B6E2E315}" sibTransId="{F24EB41C-6733-E844-BFD0-8CE414EBCC0A}"/>
    <dgm:cxn modelId="{CCD59833-AC90-FC45-ADB4-04DD1B2D7467}" type="presOf" srcId="{B53203D8-16A3-EA43-AD4E-731A772BFB61}" destId="{B8AF5133-62FB-5D49-81F7-B52E51E90398}" srcOrd="1" destOrd="0" presId="urn:microsoft.com/office/officeart/2016/7/layout/VerticalDownArrowProcess"/>
    <dgm:cxn modelId="{6F0CD637-3FDA-C04E-B100-56492DF40FC4}" srcId="{B53203D8-16A3-EA43-AD4E-731A772BFB61}" destId="{4F5AFF4D-1657-FE43-9C06-8D32913E16B2}" srcOrd="0" destOrd="0" parTransId="{B63A1BBE-5AC1-0F4A-801B-ADEC4032F534}" sibTransId="{A8D7B24C-ABF7-634C-876D-7219CF5BDBBA}"/>
    <dgm:cxn modelId="{DF0A4243-5D5A-B34D-8D75-F721DF78870E}" type="presOf" srcId="{B53203D8-16A3-EA43-AD4E-731A772BFB61}" destId="{5A3AE8DB-75A6-A74A-9CD9-63E66963AD62}" srcOrd="0" destOrd="0" presId="urn:microsoft.com/office/officeart/2016/7/layout/VerticalDownArrowProcess"/>
    <dgm:cxn modelId="{4F9B0049-A1F9-D047-B2BE-FB2D93FF22CB}" type="presOf" srcId="{A0031F26-5040-E045-9D17-C4CE6D9ABF85}" destId="{CBEDB973-F301-4B47-B6EC-A7828E3B8B87}" srcOrd="0" destOrd="0" presId="urn:microsoft.com/office/officeart/2016/7/layout/VerticalDownArrowProcess"/>
    <dgm:cxn modelId="{89A6EC51-A4A9-BB42-AD34-928064116FC0}" srcId="{A0031F26-5040-E045-9D17-C4CE6D9ABF85}" destId="{4D745F62-B9B6-404C-9EFC-E38BEAC0E7A2}" srcOrd="1" destOrd="0" parTransId="{EE9696FB-FEE2-B04F-9B2A-1745A8920E38}" sibTransId="{7D641610-F3C8-434F-A76F-6A9DDAD2D898}"/>
    <dgm:cxn modelId="{AD98EE63-C35B-6D4F-996A-1A13B3593B5B}" srcId="{B53203D8-16A3-EA43-AD4E-731A772BFB61}" destId="{6E701985-D529-694C-866A-016BED27911E}" srcOrd="1" destOrd="0" parTransId="{25C8821C-DD3F-144C-9E68-17DA66A67F10}" sibTransId="{553A1A4D-B95B-4E44-A751-DCA5E140416D}"/>
    <dgm:cxn modelId="{87D2446A-E86C-7A4B-879B-E5E20AF75703}" srcId="{A0031F26-5040-E045-9D17-C4CE6D9ABF85}" destId="{2F356438-3B9A-D34C-B67B-8C57B9FC2C16}" srcOrd="0" destOrd="0" parTransId="{D2271C3A-2D21-BE42-8A5D-6CEF46678FE1}" sibTransId="{6DF061CA-84AD-6042-85F8-2E5B7600DFE7}"/>
    <dgm:cxn modelId="{77476388-40ED-1946-8F7F-9CE3EA69ADBF}" type="presOf" srcId="{FB7A6681-CB41-2147-9B94-0545DA716D98}" destId="{C62E5655-66EC-174F-A1B6-E64597807876}" srcOrd="0" destOrd="0" presId="urn:microsoft.com/office/officeart/2016/7/layout/VerticalDownArrowProcess"/>
    <dgm:cxn modelId="{31776F91-A82D-8143-9A44-4E4C8D57E51B}" srcId="{FB7A6681-CB41-2147-9B94-0545DA716D98}" destId="{A0031F26-5040-E045-9D17-C4CE6D9ABF85}" srcOrd="1" destOrd="0" parTransId="{039ECC11-27D2-6343-9D1B-0B6AA5CE19BC}" sibTransId="{2ADB37BC-C8C1-2E4F-8433-E123F40F87B4}"/>
    <dgm:cxn modelId="{1E0523A6-6962-B048-BBEF-F1CD1E0BB81A}" type="presOf" srcId="{2F356438-3B9A-D34C-B67B-8C57B9FC2C16}" destId="{C8FC8A9D-4072-7141-B068-793E91079A54}" srcOrd="0" destOrd="0" presId="urn:microsoft.com/office/officeart/2016/7/layout/VerticalDownArrowProcess"/>
    <dgm:cxn modelId="{C5332BB2-866F-C64E-8662-5DFF8D869C24}" type="presOf" srcId="{4F5AFF4D-1657-FE43-9C06-8D32913E16B2}" destId="{8E935120-C3B4-DF4F-BC52-1D33DF435B4E}" srcOrd="0" destOrd="0" presId="urn:microsoft.com/office/officeart/2016/7/layout/VerticalDownArrowProcess"/>
    <dgm:cxn modelId="{F2716274-3E28-2847-8741-70BA0C1C7352}" type="presParOf" srcId="{C62E5655-66EC-174F-A1B6-E64597807876}" destId="{F8C71645-799F-1341-B1F0-D0485052938A}" srcOrd="0" destOrd="0" presId="urn:microsoft.com/office/officeart/2016/7/layout/VerticalDownArrowProcess"/>
    <dgm:cxn modelId="{58F9D94A-2601-5341-AB49-6529881C2CE1}" type="presParOf" srcId="{F8C71645-799F-1341-B1F0-D0485052938A}" destId="{CBEDB973-F301-4B47-B6EC-A7828E3B8B87}" srcOrd="0" destOrd="0" presId="urn:microsoft.com/office/officeart/2016/7/layout/VerticalDownArrowProcess"/>
    <dgm:cxn modelId="{DB9CC6BA-F2E9-8A41-8494-DF5C249356F1}" type="presParOf" srcId="{F8C71645-799F-1341-B1F0-D0485052938A}" destId="{C8FC8A9D-4072-7141-B068-793E91079A54}" srcOrd="1" destOrd="0" presId="urn:microsoft.com/office/officeart/2016/7/layout/VerticalDownArrowProcess"/>
    <dgm:cxn modelId="{ACD8FC5F-4F11-0346-B1BA-3E5B99BA3460}" type="presParOf" srcId="{C62E5655-66EC-174F-A1B6-E64597807876}" destId="{0971E258-7596-5D4C-8FA2-20533CA449D0}" srcOrd="1" destOrd="0" presId="urn:microsoft.com/office/officeart/2016/7/layout/VerticalDownArrowProcess"/>
    <dgm:cxn modelId="{A38D5DB2-23F6-764E-B6E2-64527605CC39}" type="presParOf" srcId="{C62E5655-66EC-174F-A1B6-E64597807876}" destId="{D13AB559-E69A-C941-84FC-AD8837700824}" srcOrd="2" destOrd="0" presId="urn:microsoft.com/office/officeart/2016/7/layout/VerticalDownArrowProcess"/>
    <dgm:cxn modelId="{378706FC-B1CE-FD4B-B49A-0616C5FE10D6}" type="presParOf" srcId="{D13AB559-E69A-C941-84FC-AD8837700824}" destId="{5A3AE8DB-75A6-A74A-9CD9-63E66963AD62}" srcOrd="0" destOrd="0" presId="urn:microsoft.com/office/officeart/2016/7/layout/VerticalDownArrowProcess"/>
    <dgm:cxn modelId="{9CBE7472-C15F-7C46-BF62-BC302458F7E8}" type="presParOf" srcId="{D13AB559-E69A-C941-84FC-AD8837700824}" destId="{B8AF5133-62FB-5D49-81F7-B52E51E90398}" srcOrd="1" destOrd="0" presId="urn:microsoft.com/office/officeart/2016/7/layout/VerticalDownArrowProcess"/>
    <dgm:cxn modelId="{CCDA9D76-830C-DE43-8C9E-49CD64C85F98}" type="presParOf" srcId="{D13AB559-E69A-C941-84FC-AD8837700824}" destId="{8E935120-C3B4-DF4F-BC52-1D33DF435B4E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23895CC-79C6-4445-A795-8CC85541AD7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1D88A20-4FAA-4B02-BE60-BD2204E41154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Risk reduction</a:t>
          </a:r>
          <a:endParaRPr lang="en-US"/>
        </a:p>
      </dgm:t>
    </dgm:pt>
    <dgm:pt modelId="{6FA436DD-A5C3-4398-B53F-49E820BFC1D1}" type="parTrans" cxnId="{59872113-9967-4741-8343-49B8B028356E}">
      <dgm:prSet/>
      <dgm:spPr/>
      <dgm:t>
        <a:bodyPr/>
        <a:lstStyle/>
        <a:p>
          <a:endParaRPr lang="en-US"/>
        </a:p>
      </dgm:t>
    </dgm:pt>
    <dgm:pt modelId="{D928B5D3-FD59-4CB2-9210-782C5920D6FD}" type="sibTrans" cxnId="{59872113-9967-4741-8343-49B8B028356E}">
      <dgm:prSet/>
      <dgm:spPr/>
      <dgm:t>
        <a:bodyPr/>
        <a:lstStyle/>
        <a:p>
          <a:endParaRPr lang="en-US"/>
        </a:p>
      </dgm:t>
    </dgm:pt>
    <dgm:pt modelId="{EF032A81-D43F-4EFE-984F-8F269F4D8761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Meeting business needs</a:t>
          </a:r>
          <a:endParaRPr lang="en-US"/>
        </a:p>
      </dgm:t>
    </dgm:pt>
    <dgm:pt modelId="{10D8BE02-7536-4737-9F97-9C6A1F28F50F}" type="parTrans" cxnId="{AD2C89B8-B0F1-4A9E-AAA7-9638856F1AF1}">
      <dgm:prSet/>
      <dgm:spPr/>
      <dgm:t>
        <a:bodyPr/>
        <a:lstStyle/>
        <a:p>
          <a:endParaRPr lang="en-US"/>
        </a:p>
      </dgm:t>
    </dgm:pt>
    <dgm:pt modelId="{8B1D2C1B-1566-48E2-A7C5-A35F04FC8720}" type="sibTrans" cxnId="{AD2C89B8-B0F1-4A9E-AAA7-9638856F1AF1}">
      <dgm:prSet/>
      <dgm:spPr/>
      <dgm:t>
        <a:bodyPr/>
        <a:lstStyle/>
        <a:p>
          <a:endParaRPr lang="en-US"/>
        </a:p>
      </dgm:t>
    </dgm:pt>
    <dgm:pt modelId="{93148233-9FFF-46B4-A0AE-AEC40DC02B00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Stability and security</a:t>
          </a:r>
          <a:endParaRPr lang="en-US"/>
        </a:p>
      </dgm:t>
    </dgm:pt>
    <dgm:pt modelId="{3CB53CEE-78E7-405E-A573-B2F336CEE2CF}" type="parTrans" cxnId="{095789DB-E003-4DB2-ABF7-0E5252357744}">
      <dgm:prSet/>
      <dgm:spPr/>
      <dgm:t>
        <a:bodyPr/>
        <a:lstStyle/>
        <a:p>
          <a:endParaRPr lang="en-US"/>
        </a:p>
      </dgm:t>
    </dgm:pt>
    <dgm:pt modelId="{8104AA48-2188-4564-BA67-A0DFC34FDD1D}" type="sibTrans" cxnId="{095789DB-E003-4DB2-ABF7-0E5252357744}">
      <dgm:prSet/>
      <dgm:spPr/>
      <dgm:t>
        <a:bodyPr/>
        <a:lstStyle/>
        <a:p>
          <a:endParaRPr lang="en-US"/>
        </a:p>
      </dgm:t>
    </dgm:pt>
    <dgm:pt modelId="{078F6866-BBB0-4500-865D-E1661585588A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Flexibility for different hardware platforms</a:t>
          </a:r>
          <a:endParaRPr lang="en-US"/>
        </a:p>
      </dgm:t>
    </dgm:pt>
    <dgm:pt modelId="{09117250-16C2-4019-B7C3-FCD2606A696C}" type="parTrans" cxnId="{EA7B9AFB-4BF7-43C1-967A-F6D842F5642D}">
      <dgm:prSet/>
      <dgm:spPr/>
      <dgm:t>
        <a:bodyPr/>
        <a:lstStyle/>
        <a:p>
          <a:endParaRPr lang="en-US"/>
        </a:p>
      </dgm:t>
    </dgm:pt>
    <dgm:pt modelId="{FEC16FCB-2017-41B8-968B-C2BFA136B4A9}" type="sibTrans" cxnId="{EA7B9AFB-4BF7-43C1-967A-F6D842F5642D}">
      <dgm:prSet/>
      <dgm:spPr/>
      <dgm:t>
        <a:bodyPr/>
        <a:lstStyle/>
        <a:p>
          <a:endParaRPr lang="en-US"/>
        </a:p>
      </dgm:t>
    </dgm:pt>
    <dgm:pt modelId="{1541D628-8E2E-4A8B-B411-7FABF09C695B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Ease of customization</a:t>
          </a:r>
          <a:endParaRPr lang="en-US"/>
        </a:p>
      </dgm:t>
    </dgm:pt>
    <dgm:pt modelId="{F9C7A06C-A127-4AED-943E-8A8BFC0183DB}" type="parTrans" cxnId="{5D22D9E8-8F02-4C43-ABC7-21D9A9855EB7}">
      <dgm:prSet/>
      <dgm:spPr/>
      <dgm:t>
        <a:bodyPr/>
        <a:lstStyle/>
        <a:p>
          <a:endParaRPr lang="en-US"/>
        </a:p>
      </dgm:t>
    </dgm:pt>
    <dgm:pt modelId="{6FC81948-F2AD-4573-BFCE-BB1A2B58820F}" type="sibTrans" cxnId="{5D22D9E8-8F02-4C43-ABC7-21D9A9855EB7}">
      <dgm:prSet/>
      <dgm:spPr/>
      <dgm:t>
        <a:bodyPr/>
        <a:lstStyle/>
        <a:p>
          <a:endParaRPr lang="en-US"/>
        </a:p>
      </dgm:t>
    </dgm:pt>
    <dgm:pt modelId="{FDEE9A85-A9A0-4F65-8344-79FE8F734148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Ease of obtaining support</a:t>
          </a:r>
          <a:endParaRPr lang="en-US"/>
        </a:p>
      </dgm:t>
    </dgm:pt>
    <dgm:pt modelId="{68617B4B-D8A6-44C3-B011-4922A1922F23}" type="parTrans" cxnId="{83BF97FC-BA6D-4030-9180-1A4E5FAC2B78}">
      <dgm:prSet/>
      <dgm:spPr/>
      <dgm:t>
        <a:bodyPr/>
        <a:lstStyle/>
        <a:p>
          <a:endParaRPr lang="en-US"/>
        </a:p>
      </dgm:t>
    </dgm:pt>
    <dgm:pt modelId="{1090623B-6B7A-4C16-BB04-B62E2E3762C2}" type="sibTrans" cxnId="{83BF97FC-BA6D-4030-9180-1A4E5FAC2B78}">
      <dgm:prSet/>
      <dgm:spPr/>
      <dgm:t>
        <a:bodyPr/>
        <a:lstStyle/>
        <a:p>
          <a:endParaRPr lang="en-US"/>
        </a:p>
      </dgm:t>
    </dgm:pt>
    <dgm:pt modelId="{EEEA7C5C-5161-4654-B3DB-937F40DDAEE9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Cost reduction</a:t>
          </a:r>
          <a:endParaRPr lang="en-US"/>
        </a:p>
      </dgm:t>
    </dgm:pt>
    <dgm:pt modelId="{89B47277-0B10-4E2E-BF49-B5CBE9115B59}" type="parTrans" cxnId="{E16EA965-EE61-4B20-8807-0B60A3108E9D}">
      <dgm:prSet/>
      <dgm:spPr/>
      <dgm:t>
        <a:bodyPr/>
        <a:lstStyle/>
        <a:p>
          <a:endParaRPr lang="en-US"/>
        </a:p>
      </dgm:t>
    </dgm:pt>
    <dgm:pt modelId="{73A21AC8-A457-4058-988C-869BE92256F8}" type="sibTrans" cxnId="{E16EA965-EE61-4B20-8807-0B60A3108E9D}">
      <dgm:prSet/>
      <dgm:spPr/>
      <dgm:t>
        <a:bodyPr/>
        <a:lstStyle/>
        <a:p>
          <a:endParaRPr lang="en-US"/>
        </a:p>
      </dgm:t>
    </dgm:pt>
    <dgm:pt modelId="{836A2E74-38B0-462A-BE05-9654C865C2D9}" type="pres">
      <dgm:prSet presAssocID="{D23895CC-79C6-4445-A795-8CC85541AD77}" presName="root" presStyleCnt="0">
        <dgm:presLayoutVars>
          <dgm:dir/>
          <dgm:resizeHandles val="exact"/>
        </dgm:presLayoutVars>
      </dgm:prSet>
      <dgm:spPr/>
    </dgm:pt>
    <dgm:pt modelId="{A031C0D5-3958-4AFE-A721-78C5A0E7436E}" type="pres">
      <dgm:prSet presAssocID="{51D88A20-4FAA-4B02-BE60-BD2204E41154}" presName="compNode" presStyleCnt="0"/>
      <dgm:spPr/>
    </dgm:pt>
    <dgm:pt modelId="{6AFAD591-D6AB-49D4-AD85-FD94871E5D74}" type="pres">
      <dgm:prSet presAssocID="{51D88A20-4FAA-4B02-BE60-BD2204E41154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F117E169-5BD2-42CA-9F53-9BD70CEA1692}" type="pres">
      <dgm:prSet presAssocID="{51D88A20-4FAA-4B02-BE60-BD2204E41154}" presName="spaceRect" presStyleCnt="0"/>
      <dgm:spPr/>
    </dgm:pt>
    <dgm:pt modelId="{369A8A22-5FD2-4D25-9FA3-1EAD901C8421}" type="pres">
      <dgm:prSet presAssocID="{51D88A20-4FAA-4B02-BE60-BD2204E41154}" presName="textRect" presStyleLbl="revTx" presStyleIdx="0" presStyleCnt="7">
        <dgm:presLayoutVars>
          <dgm:chMax val="1"/>
          <dgm:chPref val="1"/>
        </dgm:presLayoutVars>
      </dgm:prSet>
      <dgm:spPr/>
    </dgm:pt>
    <dgm:pt modelId="{022DD12E-7F8A-4C35-AC77-D30A17B0D554}" type="pres">
      <dgm:prSet presAssocID="{D928B5D3-FD59-4CB2-9210-782C5920D6FD}" presName="sibTrans" presStyleCnt="0"/>
      <dgm:spPr/>
    </dgm:pt>
    <dgm:pt modelId="{E26459C5-9D21-4452-8B46-4306ED819BB0}" type="pres">
      <dgm:prSet presAssocID="{EF032A81-D43F-4EFE-984F-8F269F4D8761}" presName="compNode" presStyleCnt="0"/>
      <dgm:spPr/>
    </dgm:pt>
    <dgm:pt modelId="{AF69C6EC-6217-4688-8FA7-B0EFD714A3BF}" type="pres">
      <dgm:prSet presAssocID="{EF032A81-D43F-4EFE-984F-8F269F4D8761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B051E578-291F-4642-8C5A-57705679A85A}" type="pres">
      <dgm:prSet presAssocID="{EF032A81-D43F-4EFE-984F-8F269F4D8761}" presName="spaceRect" presStyleCnt="0"/>
      <dgm:spPr/>
    </dgm:pt>
    <dgm:pt modelId="{3102CBCE-C109-4944-960B-A5B1F00E488F}" type="pres">
      <dgm:prSet presAssocID="{EF032A81-D43F-4EFE-984F-8F269F4D8761}" presName="textRect" presStyleLbl="revTx" presStyleIdx="1" presStyleCnt="7">
        <dgm:presLayoutVars>
          <dgm:chMax val="1"/>
          <dgm:chPref val="1"/>
        </dgm:presLayoutVars>
      </dgm:prSet>
      <dgm:spPr/>
    </dgm:pt>
    <dgm:pt modelId="{4DBB09D9-D0E4-4C4F-B9F6-76B59F58B154}" type="pres">
      <dgm:prSet presAssocID="{8B1D2C1B-1566-48E2-A7C5-A35F04FC8720}" presName="sibTrans" presStyleCnt="0"/>
      <dgm:spPr/>
    </dgm:pt>
    <dgm:pt modelId="{A39FE87C-E647-4EC8-876D-D1FF53E8A239}" type="pres">
      <dgm:prSet presAssocID="{93148233-9FFF-46B4-A0AE-AEC40DC02B00}" presName="compNode" presStyleCnt="0"/>
      <dgm:spPr/>
    </dgm:pt>
    <dgm:pt modelId="{B535D7F4-4713-4BE7-B6B3-A67573563D8F}" type="pres">
      <dgm:prSet presAssocID="{93148233-9FFF-46B4-A0AE-AEC40DC02B00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9DB89E8C-C5E9-4D91-A41C-4115DAEF7F27}" type="pres">
      <dgm:prSet presAssocID="{93148233-9FFF-46B4-A0AE-AEC40DC02B00}" presName="spaceRect" presStyleCnt="0"/>
      <dgm:spPr/>
    </dgm:pt>
    <dgm:pt modelId="{7A2B260F-398F-4E55-8128-45D18A3C597C}" type="pres">
      <dgm:prSet presAssocID="{93148233-9FFF-46B4-A0AE-AEC40DC02B00}" presName="textRect" presStyleLbl="revTx" presStyleIdx="2" presStyleCnt="7">
        <dgm:presLayoutVars>
          <dgm:chMax val="1"/>
          <dgm:chPref val="1"/>
        </dgm:presLayoutVars>
      </dgm:prSet>
      <dgm:spPr/>
    </dgm:pt>
    <dgm:pt modelId="{9EC9A0BA-7357-452A-AE61-89A3FF82DD20}" type="pres">
      <dgm:prSet presAssocID="{8104AA48-2188-4564-BA67-A0DFC34FDD1D}" presName="sibTrans" presStyleCnt="0"/>
      <dgm:spPr/>
    </dgm:pt>
    <dgm:pt modelId="{395F20F3-8BD2-4DCF-956B-CFC6F292B51C}" type="pres">
      <dgm:prSet presAssocID="{078F6866-BBB0-4500-865D-E1661585588A}" presName="compNode" presStyleCnt="0"/>
      <dgm:spPr/>
    </dgm:pt>
    <dgm:pt modelId="{B29AEF13-FCD8-46D9-8A79-73039104DFB3}" type="pres">
      <dgm:prSet presAssocID="{078F6866-BBB0-4500-865D-E1661585588A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B78B5A68-8D1D-4EA9-B7F8-565AB61258A1}" type="pres">
      <dgm:prSet presAssocID="{078F6866-BBB0-4500-865D-E1661585588A}" presName="spaceRect" presStyleCnt="0"/>
      <dgm:spPr/>
    </dgm:pt>
    <dgm:pt modelId="{B9834C8D-C0DE-4952-9A98-B3F4F4E1BB89}" type="pres">
      <dgm:prSet presAssocID="{078F6866-BBB0-4500-865D-E1661585588A}" presName="textRect" presStyleLbl="revTx" presStyleIdx="3" presStyleCnt="7">
        <dgm:presLayoutVars>
          <dgm:chMax val="1"/>
          <dgm:chPref val="1"/>
        </dgm:presLayoutVars>
      </dgm:prSet>
      <dgm:spPr/>
    </dgm:pt>
    <dgm:pt modelId="{9E3A1B6D-84AC-4CEE-8484-070B0CD241E4}" type="pres">
      <dgm:prSet presAssocID="{FEC16FCB-2017-41B8-968B-C2BFA136B4A9}" presName="sibTrans" presStyleCnt="0"/>
      <dgm:spPr/>
    </dgm:pt>
    <dgm:pt modelId="{B165AA70-B911-4063-BC5E-2CE2F3C7944B}" type="pres">
      <dgm:prSet presAssocID="{1541D628-8E2E-4A8B-B411-7FABF09C695B}" presName="compNode" presStyleCnt="0"/>
      <dgm:spPr/>
    </dgm:pt>
    <dgm:pt modelId="{35DC45E8-2E47-453F-83A6-A51DE7C6D527}" type="pres">
      <dgm:prSet presAssocID="{1541D628-8E2E-4A8B-B411-7FABF09C695B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7F22165-E768-4BB1-98CA-CDD7C93E8820}" type="pres">
      <dgm:prSet presAssocID="{1541D628-8E2E-4A8B-B411-7FABF09C695B}" presName="spaceRect" presStyleCnt="0"/>
      <dgm:spPr/>
    </dgm:pt>
    <dgm:pt modelId="{CC62BECA-2560-4A0F-8E8F-A1C4933FDAEE}" type="pres">
      <dgm:prSet presAssocID="{1541D628-8E2E-4A8B-B411-7FABF09C695B}" presName="textRect" presStyleLbl="revTx" presStyleIdx="4" presStyleCnt="7">
        <dgm:presLayoutVars>
          <dgm:chMax val="1"/>
          <dgm:chPref val="1"/>
        </dgm:presLayoutVars>
      </dgm:prSet>
      <dgm:spPr/>
    </dgm:pt>
    <dgm:pt modelId="{D5871618-D565-4FF0-A133-3EC3CF3D8E2E}" type="pres">
      <dgm:prSet presAssocID="{6FC81948-F2AD-4573-BFCE-BB1A2B58820F}" presName="sibTrans" presStyleCnt="0"/>
      <dgm:spPr/>
    </dgm:pt>
    <dgm:pt modelId="{0DB8B36E-73A6-4C25-BFE7-0FF67A014074}" type="pres">
      <dgm:prSet presAssocID="{FDEE9A85-A9A0-4F65-8344-79FE8F734148}" presName="compNode" presStyleCnt="0"/>
      <dgm:spPr/>
    </dgm:pt>
    <dgm:pt modelId="{0A954302-025F-45BA-BEE3-6D1BD04BA16C}" type="pres">
      <dgm:prSet presAssocID="{FDEE9A85-A9A0-4F65-8344-79FE8F734148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92B8F966-4113-4BD3-98DD-86369E25809B}" type="pres">
      <dgm:prSet presAssocID="{FDEE9A85-A9A0-4F65-8344-79FE8F734148}" presName="spaceRect" presStyleCnt="0"/>
      <dgm:spPr/>
    </dgm:pt>
    <dgm:pt modelId="{2BCBA07E-C208-4FCC-B82D-77CD491DC099}" type="pres">
      <dgm:prSet presAssocID="{FDEE9A85-A9A0-4F65-8344-79FE8F734148}" presName="textRect" presStyleLbl="revTx" presStyleIdx="5" presStyleCnt="7">
        <dgm:presLayoutVars>
          <dgm:chMax val="1"/>
          <dgm:chPref val="1"/>
        </dgm:presLayoutVars>
      </dgm:prSet>
      <dgm:spPr/>
    </dgm:pt>
    <dgm:pt modelId="{ADAC799F-571D-47B3-AB8E-0DBD3E4ACF36}" type="pres">
      <dgm:prSet presAssocID="{1090623B-6B7A-4C16-BB04-B62E2E3762C2}" presName="sibTrans" presStyleCnt="0"/>
      <dgm:spPr/>
    </dgm:pt>
    <dgm:pt modelId="{47C7FDF8-2F70-443B-AF53-B3F3DD459F6E}" type="pres">
      <dgm:prSet presAssocID="{EEEA7C5C-5161-4654-B3DB-937F40DDAEE9}" presName="compNode" presStyleCnt="0"/>
      <dgm:spPr/>
    </dgm:pt>
    <dgm:pt modelId="{29A2A3C8-2473-4F48-92B5-2E710FFE4FD7}" type="pres">
      <dgm:prSet presAssocID="{EEEA7C5C-5161-4654-B3DB-937F40DDAEE9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FD5708D7-AEAB-4EE0-A2BE-36843F9006BD}" type="pres">
      <dgm:prSet presAssocID="{EEEA7C5C-5161-4654-B3DB-937F40DDAEE9}" presName="spaceRect" presStyleCnt="0"/>
      <dgm:spPr/>
    </dgm:pt>
    <dgm:pt modelId="{9367B098-D9FA-460D-A778-392FDC15BCC4}" type="pres">
      <dgm:prSet presAssocID="{EEEA7C5C-5161-4654-B3DB-937F40DDAEE9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59872113-9967-4741-8343-49B8B028356E}" srcId="{D23895CC-79C6-4445-A795-8CC85541AD77}" destId="{51D88A20-4FAA-4B02-BE60-BD2204E41154}" srcOrd="0" destOrd="0" parTransId="{6FA436DD-A5C3-4398-B53F-49E820BFC1D1}" sibTransId="{D928B5D3-FD59-4CB2-9210-782C5920D6FD}"/>
    <dgm:cxn modelId="{772F581F-515A-544C-B790-CCA480C7AD5F}" type="presOf" srcId="{FDEE9A85-A9A0-4F65-8344-79FE8F734148}" destId="{2BCBA07E-C208-4FCC-B82D-77CD491DC099}" srcOrd="0" destOrd="0" presId="urn:microsoft.com/office/officeart/2018/2/layout/IconLabelList"/>
    <dgm:cxn modelId="{68CAFF24-B913-0641-B821-E7035B391DAF}" type="presOf" srcId="{1541D628-8E2E-4A8B-B411-7FABF09C695B}" destId="{CC62BECA-2560-4A0F-8E8F-A1C4933FDAEE}" srcOrd="0" destOrd="0" presId="urn:microsoft.com/office/officeart/2018/2/layout/IconLabelList"/>
    <dgm:cxn modelId="{D8B7D94B-9605-4045-AB86-3B25BAD5250C}" type="presOf" srcId="{93148233-9FFF-46B4-A0AE-AEC40DC02B00}" destId="{7A2B260F-398F-4E55-8128-45D18A3C597C}" srcOrd="0" destOrd="0" presId="urn:microsoft.com/office/officeart/2018/2/layout/IconLabelList"/>
    <dgm:cxn modelId="{E16EA965-EE61-4B20-8807-0B60A3108E9D}" srcId="{D23895CC-79C6-4445-A795-8CC85541AD77}" destId="{EEEA7C5C-5161-4654-B3DB-937F40DDAEE9}" srcOrd="6" destOrd="0" parTransId="{89B47277-0B10-4E2E-BF49-B5CBE9115B59}" sibTransId="{73A21AC8-A457-4058-988C-869BE92256F8}"/>
    <dgm:cxn modelId="{506BDD77-8FDE-0740-AE68-8E702329B971}" type="presOf" srcId="{EF032A81-D43F-4EFE-984F-8F269F4D8761}" destId="{3102CBCE-C109-4944-960B-A5B1F00E488F}" srcOrd="0" destOrd="0" presId="urn:microsoft.com/office/officeart/2018/2/layout/IconLabelList"/>
    <dgm:cxn modelId="{1DA62985-DC63-1F4B-8847-A399683511EC}" type="presOf" srcId="{D23895CC-79C6-4445-A795-8CC85541AD77}" destId="{836A2E74-38B0-462A-BE05-9654C865C2D9}" srcOrd="0" destOrd="0" presId="urn:microsoft.com/office/officeart/2018/2/layout/IconLabelList"/>
    <dgm:cxn modelId="{A44E4186-5787-2545-9EC5-A040A233128D}" type="presOf" srcId="{EEEA7C5C-5161-4654-B3DB-937F40DDAEE9}" destId="{9367B098-D9FA-460D-A778-392FDC15BCC4}" srcOrd="0" destOrd="0" presId="urn:microsoft.com/office/officeart/2018/2/layout/IconLabelList"/>
    <dgm:cxn modelId="{6A6A15A1-91D6-7445-8593-0CD886B90FDD}" type="presOf" srcId="{51D88A20-4FAA-4B02-BE60-BD2204E41154}" destId="{369A8A22-5FD2-4D25-9FA3-1EAD901C8421}" srcOrd="0" destOrd="0" presId="urn:microsoft.com/office/officeart/2018/2/layout/IconLabelList"/>
    <dgm:cxn modelId="{AD2C89B8-B0F1-4A9E-AAA7-9638856F1AF1}" srcId="{D23895CC-79C6-4445-A795-8CC85541AD77}" destId="{EF032A81-D43F-4EFE-984F-8F269F4D8761}" srcOrd="1" destOrd="0" parTransId="{10D8BE02-7536-4737-9F97-9C6A1F28F50F}" sibTransId="{8B1D2C1B-1566-48E2-A7C5-A35F04FC8720}"/>
    <dgm:cxn modelId="{095789DB-E003-4DB2-ABF7-0E5252357744}" srcId="{D23895CC-79C6-4445-A795-8CC85541AD77}" destId="{93148233-9FFF-46B4-A0AE-AEC40DC02B00}" srcOrd="2" destOrd="0" parTransId="{3CB53CEE-78E7-405E-A573-B2F336CEE2CF}" sibTransId="{8104AA48-2188-4564-BA67-A0DFC34FDD1D}"/>
    <dgm:cxn modelId="{5D22D9E8-8F02-4C43-ABC7-21D9A9855EB7}" srcId="{D23895CC-79C6-4445-A795-8CC85541AD77}" destId="{1541D628-8E2E-4A8B-B411-7FABF09C695B}" srcOrd="4" destOrd="0" parTransId="{F9C7A06C-A127-4AED-943E-8A8BFC0183DB}" sibTransId="{6FC81948-F2AD-4573-BFCE-BB1A2B58820F}"/>
    <dgm:cxn modelId="{CCE90FF7-9672-5241-A7B7-5BD3BE9D328E}" type="presOf" srcId="{078F6866-BBB0-4500-865D-E1661585588A}" destId="{B9834C8D-C0DE-4952-9A98-B3F4F4E1BB89}" srcOrd="0" destOrd="0" presId="urn:microsoft.com/office/officeart/2018/2/layout/IconLabelList"/>
    <dgm:cxn modelId="{EA7B9AFB-4BF7-43C1-967A-F6D842F5642D}" srcId="{D23895CC-79C6-4445-A795-8CC85541AD77}" destId="{078F6866-BBB0-4500-865D-E1661585588A}" srcOrd="3" destOrd="0" parTransId="{09117250-16C2-4019-B7C3-FCD2606A696C}" sibTransId="{FEC16FCB-2017-41B8-968B-C2BFA136B4A9}"/>
    <dgm:cxn modelId="{83BF97FC-BA6D-4030-9180-1A4E5FAC2B78}" srcId="{D23895CC-79C6-4445-A795-8CC85541AD77}" destId="{FDEE9A85-A9A0-4F65-8344-79FE8F734148}" srcOrd="5" destOrd="0" parTransId="{68617B4B-D8A6-44C3-B011-4922A1922F23}" sibTransId="{1090623B-6B7A-4C16-BB04-B62E2E3762C2}"/>
    <dgm:cxn modelId="{F6A57D5C-D42E-F44A-A30E-FAEAF0876C1D}" type="presParOf" srcId="{836A2E74-38B0-462A-BE05-9654C865C2D9}" destId="{A031C0D5-3958-4AFE-A721-78C5A0E7436E}" srcOrd="0" destOrd="0" presId="urn:microsoft.com/office/officeart/2018/2/layout/IconLabelList"/>
    <dgm:cxn modelId="{862E05B6-2416-2A41-A645-045FDB16DC89}" type="presParOf" srcId="{A031C0D5-3958-4AFE-A721-78C5A0E7436E}" destId="{6AFAD591-D6AB-49D4-AD85-FD94871E5D74}" srcOrd="0" destOrd="0" presId="urn:microsoft.com/office/officeart/2018/2/layout/IconLabelList"/>
    <dgm:cxn modelId="{BCB1D857-9A4A-384E-90C6-A4DD0E7BA6C8}" type="presParOf" srcId="{A031C0D5-3958-4AFE-A721-78C5A0E7436E}" destId="{F117E169-5BD2-42CA-9F53-9BD70CEA1692}" srcOrd="1" destOrd="0" presId="urn:microsoft.com/office/officeart/2018/2/layout/IconLabelList"/>
    <dgm:cxn modelId="{EDEDAACE-DBF6-9142-B465-4FB0C9DA87C5}" type="presParOf" srcId="{A031C0D5-3958-4AFE-A721-78C5A0E7436E}" destId="{369A8A22-5FD2-4D25-9FA3-1EAD901C8421}" srcOrd="2" destOrd="0" presId="urn:microsoft.com/office/officeart/2018/2/layout/IconLabelList"/>
    <dgm:cxn modelId="{9BE1830A-4F6B-1448-89A2-05C0C2EDBDE4}" type="presParOf" srcId="{836A2E74-38B0-462A-BE05-9654C865C2D9}" destId="{022DD12E-7F8A-4C35-AC77-D30A17B0D554}" srcOrd="1" destOrd="0" presId="urn:microsoft.com/office/officeart/2018/2/layout/IconLabelList"/>
    <dgm:cxn modelId="{7E28CB15-B6B5-5742-A9A6-A10A169DC325}" type="presParOf" srcId="{836A2E74-38B0-462A-BE05-9654C865C2D9}" destId="{E26459C5-9D21-4452-8B46-4306ED819BB0}" srcOrd="2" destOrd="0" presId="urn:microsoft.com/office/officeart/2018/2/layout/IconLabelList"/>
    <dgm:cxn modelId="{C091611B-3B12-FA45-8105-E45DF3FD6DF0}" type="presParOf" srcId="{E26459C5-9D21-4452-8B46-4306ED819BB0}" destId="{AF69C6EC-6217-4688-8FA7-B0EFD714A3BF}" srcOrd="0" destOrd="0" presId="urn:microsoft.com/office/officeart/2018/2/layout/IconLabelList"/>
    <dgm:cxn modelId="{9F6B17E1-2C70-4643-899F-FBD70CF2247F}" type="presParOf" srcId="{E26459C5-9D21-4452-8B46-4306ED819BB0}" destId="{B051E578-291F-4642-8C5A-57705679A85A}" srcOrd="1" destOrd="0" presId="urn:microsoft.com/office/officeart/2018/2/layout/IconLabelList"/>
    <dgm:cxn modelId="{BB51F447-5E82-0E43-8DE2-8B9EA3E3A17C}" type="presParOf" srcId="{E26459C5-9D21-4452-8B46-4306ED819BB0}" destId="{3102CBCE-C109-4944-960B-A5B1F00E488F}" srcOrd="2" destOrd="0" presId="urn:microsoft.com/office/officeart/2018/2/layout/IconLabelList"/>
    <dgm:cxn modelId="{63BFC3C5-29BE-D741-9CB6-63DB634E229A}" type="presParOf" srcId="{836A2E74-38B0-462A-BE05-9654C865C2D9}" destId="{4DBB09D9-D0E4-4C4F-B9F6-76B59F58B154}" srcOrd="3" destOrd="0" presId="urn:microsoft.com/office/officeart/2018/2/layout/IconLabelList"/>
    <dgm:cxn modelId="{5AAE7994-084A-1446-BE8F-D49873F31AFE}" type="presParOf" srcId="{836A2E74-38B0-462A-BE05-9654C865C2D9}" destId="{A39FE87C-E647-4EC8-876D-D1FF53E8A239}" srcOrd="4" destOrd="0" presId="urn:microsoft.com/office/officeart/2018/2/layout/IconLabelList"/>
    <dgm:cxn modelId="{6D2A0A70-6D24-FC42-A391-5995B1680006}" type="presParOf" srcId="{A39FE87C-E647-4EC8-876D-D1FF53E8A239}" destId="{B535D7F4-4713-4BE7-B6B3-A67573563D8F}" srcOrd="0" destOrd="0" presId="urn:microsoft.com/office/officeart/2018/2/layout/IconLabelList"/>
    <dgm:cxn modelId="{A14601A6-2148-0545-9461-1E7AF81E89E4}" type="presParOf" srcId="{A39FE87C-E647-4EC8-876D-D1FF53E8A239}" destId="{9DB89E8C-C5E9-4D91-A41C-4115DAEF7F27}" srcOrd="1" destOrd="0" presId="urn:microsoft.com/office/officeart/2018/2/layout/IconLabelList"/>
    <dgm:cxn modelId="{BA6936C7-BC90-0C4B-9679-9DAD21E4358D}" type="presParOf" srcId="{A39FE87C-E647-4EC8-876D-D1FF53E8A239}" destId="{7A2B260F-398F-4E55-8128-45D18A3C597C}" srcOrd="2" destOrd="0" presId="urn:microsoft.com/office/officeart/2018/2/layout/IconLabelList"/>
    <dgm:cxn modelId="{5EF94C6B-E2C1-0B47-BF10-EDF16A9573DD}" type="presParOf" srcId="{836A2E74-38B0-462A-BE05-9654C865C2D9}" destId="{9EC9A0BA-7357-452A-AE61-89A3FF82DD20}" srcOrd="5" destOrd="0" presId="urn:microsoft.com/office/officeart/2018/2/layout/IconLabelList"/>
    <dgm:cxn modelId="{C4899EEB-8539-7347-9824-A5F225F54AAF}" type="presParOf" srcId="{836A2E74-38B0-462A-BE05-9654C865C2D9}" destId="{395F20F3-8BD2-4DCF-956B-CFC6F292B51C}" srcOrd="6" destOrd="0" presId="urn:microsoft.com/office/officeart/2018/2/layout/IconLabelList"/>
    <dgm:cxn modelId="{30C97CD1-C21D-3B40-9CED-8B22E4B41859}" type="presParOf" srcId="{395F20F3-8BD2-4DCF-956B-CFC6F292B51C}" destId="{B29AEF13-FCD8-46D9-8A79-73039104DFB3}" srcOrd="0" destOrd="0" presId="urn:microsoft.com/office/officeart/2018/2/layout/IconLabelList"/>
    <dgm:cxn modelId="{7ED653A3-C408-B04F-B8D3-B3B19B7092C3}" type="presParOf" srcId="{395F20F3-8BD2-4DCF-956B-CFC6F292B51C}" destId="{B78B5A68-8D1D-4EA9-B7F8-565AB61258A1}" srcOrd="1" destOrd="0" presId="urn:microsoft.com/office/officeart/2018/2/layout/IconLabelList"/>
    <dgm:cxn modelId="{6116147B-D0A5-0545-96BD-E50C8C4EACCF}" type="presParOf" srcId="{395F20F3-8BD2-4DCF-956B-CFC6F292B51C}" destId="{B9834C8D-C0DE-4952-9A98-B3F4F4E1BB89}" srcOrd="2" destOrd="0" presId="urn:microsoft.com/office/officeart/2018/2/layout/IconLabelList"/>
    <dgm:cxn modelId="{543B2215-3535-8C4D-8B06-04EA288A181A}" type="presParOf" srcId="{836A2E74-38B0-462A-BE05-9654C865C2D9}" destId="{9E3A1B6D-84AC-4CEE-8484-070B0CD241E4}" srcOrd="7" destOrd="0" presId="urn:microsoft.com/office/officeart/2018/2/layout/IconLabelList"/>
    <dgm:cxn modelId="{EAE713B1-F79E-9D41-B5F8-F0453BB8CD76}" type="presParOf" srcId="{836A2E74-38B0-462A-BE05-9654C865C2D9}" destId="{B165AA70-B911-4063-BC5E-2CE2F3C7944B}" srcOrd="8" destOrd="0" presId="urn:microsoft.com/office/officeart/2018/2/layout/IconLabelList"/>
    <dgm:cxn modelId="{53C23DAD-0784-BE44-A12F-0952BB6190AB}" type="presParOf" srcId="{B165AA70-B911-4063-BC5E-2CE2F3C7944B}" destId="{35DC45E8-2E47-453F-83A6-A51DE7C6D527}" srcOrd="0" destOrd="0" presId="urn:microsoft.com/office/officeart/2018/2/layout/IconLabelList"/>
    <dgm:cxn modelId="{651F94C1-B765-A046-976D-896EE3E9D074}" type="presParOf" srcId="{B165AA70-B911-4063-BC5E-2CE2F3C7944B}" destId="{D7F22165-E768-4BB1-98CA-CDD7C93E8820}" srcOrd="1" destOrd="0" presId="urn:microsoft.com/office/officeart/2018/2/layout/IconLabelList"/>
    <dgm:cxn modelId="{AD245AFF-C3CA-C34A-AE82-A0A773CB58E7}" type="presParOf" srcId="{B165AA70-B911-4063-BC5E-2CE2F3C7944B}" destId="{CC62BECA-2560-4A0F-8E8F-A1C4933FDAEE}" srcOrd="2" destOrd="0" presId="urn:microsoft.com/office/officeart/2018/2/layout/IconLabelList"/>
    <dgm:cxn modelId="{A03A982D-5E84-5645-864A-CEE5D1F2FA92}" type="presParOf" srcId="{836A2E74-38B0-462A-BE05-9654C865C2D9}" destId="{D5871618-D565-4FF0-A133-3EC3CF3D8E2E}" srcOrd="9" destOrd="0" presId="urn:microsoft.com/office/officeart/2018/2/layout/IconLabelList"/>
    <dgm:cxn modelId="{779B7339-2C80-F04E-B214-D0A37EE261F8}" type="presParOf" srcId="{836A2E74-38B0-462A-BE05-9654C865C2D9}" destId="{0DB8B36E-73A6-4C25-BFE7-0FF67A014074}" srcOrd="10" destOrd="0" presId="urn:microsoft.com/office/officeart/2018/2/layout/IconLabelList"/>
    <dgm:cxn modelId="{040D5CAB-2290-7642-9704-057F081893FF}" type="presParOf" srcId="{0DB8B36E-73A6-4C25-BFE7-0FF67A014074}" destId="{0A954302-025F-45BA-BEE3-6D1BD04BA16C}" srcOrd="0" destOrd="0" presId="urn:microsoft.com/office/officeart/2018/2/layout/IconLabelList"/>
    <dgm:cxn modelId="{695C3EF3-D831-9547-8C16-376C066C31BD}" type="presParOf" srcId="{0DB8B36E-73A6-4C25-BFE7-0FF67A014074}" destId="{92B8F966-4113-4BD3-98DD-86369E25809B}" srcOrd="1" destOrd="0" presId="urn:microsoft.com/office/officeart/2018/2/layout/IconLabelList"/>
    <dgm:cxn modelId="{1BFEC8F4-7CBD-0F4B-88B8-48E6BD1AE8EC}" type="presParOf" srcId="{0DB8B36E-73A6-4C25-BFE7-0FF67A014074}" destId="{2BCBA07E-C208-4FCC-B82D-77CD491DC099}" srcOrd="2" destOrd="0" presId="urn:microsoft.com/office/officeart/2018/2/layout/IconLabelList"/>
    <dgm:cxn modelId="{93B016F5-014F-8843-8885-FBC3C05F4275}" type="presParOf" srcId="{836A2E74-38B0-462A-BE05-9654C865C2D9}" destId="{ADAC799F-571D-47B3-AB8E-0DBD3E4ACF36}" srcOrd="11" destOrd="0" presId="urn:microsoft.com/office/officeart/2018/2/layout/IconLabelList"/>
    <dgm:cxn modelId="{5FDED877-6F2D-2B48-BCF9-EAF6C78D186A}" type="presParOf" srcId="{836A2E74-38B0-462A-BE05-9654C865C2D9}" destId="{47C7FDF8-2F70-443B-AF53-B3F3DD459F6E}" srcOrd="12" destOrd="0" presId="urn:microsoft.com/office/officeart/2018/2/layout/IconLabelList"/>
    <dgm:cxn modelId="{DDFEEC7A-846F-4F48-A6E9-01C78E33CDE1}" type="presParOf" srcId="{47C7FDF8-2F70-443B-AF53-B3F3DD459F6E}" destId="{29A2A3C8-2473-4F48-92B5-2E710FFE4FD7}" srcOrd="0" destOrd="0" presId="urn:microsoft.com/office/officeart/2018/2/layout/IconLabelList"/>
    <dgm:cxn modelId="{961FB49B-B4C5-504C-9888-4C4BE9561A07}" type="presParOf" srcId="{47C7FDF8-2F70-443B-AF53-B3F3DD459F6E}" destId="{FD5708D7-AEAB-4EE0-A2BE-36843F9006BD}" srcOrd="1" destOrd="0" presId="urn:microsoft.com/office/officeart/2018/2/layout/IconLabelList"/>
    <dgm:cxn modelId="{BC8C39BA-62ED-984D-939E-42B512FA1D3D}" type="presParOf" srcId="{47C7FDF8-2F70-443B-AF53-B3F3DD459F6E}" destId="{9367B098-D9FA-460D-A778-392FDC15BCC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7C65B91-1CEC-460D-BF0E-EABCCA5B9720}" type="doc">
      <dgm:prSet loTypeId="urn:microsoft.com/office/officeart/2005/8/layout/list1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36AB6917-6A11-40D8-A385-3A1AD0CE4D3C}">
      <dgm:prSet/>
      <dgm:spPr/>
      <dgm:t>
        <a:bodyPr/>
        <a:lstStyle/>
        <a:p>
          <a:r>
            <a:rPr lang="en-CA"/>
            <a:t>Financial Differences (Cost for Businesses)</a:t>
          </a:r>
          <a:endParaRPr lang="en-US"/>
        </a:p>
      </dgm:t>
    </dgm:pt>
    <dgm:pt modelId="{F1415615-3FDA-47C7-8E87-4D4051701AD5}" type="parTrans" cxnId="{0BEE7A1A-CFBB-4254-B7D3-FFCD7C37F5F4}">
      <dgm:prSet/>
      <dgm:spPr/>
      <dgm:t>
        <a:bodyPr/>
        <a:lstStyle/>
        <a:p>
          <a:endParaRPr lang="en-US"/>
        </a:p>
      </dgm:t>
    </dgm:pt>
    <dgm:pt modelId="{318A8B28-B42A-42F4-9F3E-16769AF027F8}" type="sibTrans" cxnId="{0BEE7A1A-CFBB-4254-B7D3-FFCD7C37F5F4}">
      <dgm:prSet/>
      <dgm:spPr/>
      <dgm:t>
        <a:bodyPr/>
        <a:lstStyle/>
        <a:p>
          <a:endParaRPr lang="en-US"/>
        </a:p>
      </dgm:t>
    </dgm:pt>
    <dgm:pt modelId="{39D0B630-566D-4E07-927B-9C86AF10D7C0}">
      <dgm:prSet/>
      <dgm:spPr/>
      <dgm:t>
        <a:bodyPr/>
        <a:lstStyle/>
        <a:p>
          <a:r>
            <a:rPr lang="en-CA"/>
            <a:t>Companies have to spend millions for licenses for ever individual windows computer</a:t>
          </a:r>
          <a:endParaRPr lang="en-US"/>
        </a:p>
      </dgm:t>
    </dgm:pt>
    <dgm:pt modelId="{D7349673-9E1F-4F4F-913D-A1AADE542DD9}" type="parTrans" cxnId="{5189DF8C-4979-475C-A792-3B75A372FE90}">
      <dgm:prSet/>
      <dgm:spPr/>
      <dgm:t>
        <a:bodyPr/>
        <a:lstStyle/>
        <a:p>
          <a:endParaRPr lang="en-US"/>
        </a:p>
      </dgm:t>
    </dgm:pt>
    <dgm:pt modelId="{3B6943A7-0687-4DDD-90B8-782976D549BD}" type="sibTrans" cxnId="{5189DF8C-4979-475C-A792-3B75A372FE90}">
      <dgm:prSet/>
      <dgm:spPr/>
      <dgm:t>
        <a:bodyPr/>
        <a:lstStyle/>
        <a:p>
          <a:endParaRPr lang="en-US"/>
        </a:p>
      </dgm:t>
    </dgm:pt>
    <dgm:pt modelId="{1DB7E1D2-C3A6-49A1-A30B-C7AF1F860D39}">
      <dgm:prSet/>
      <dgm:spPr/>
      <dgm:t>
        <a:bodyPr/>
        <a:lstStyle/>
        <a:p>
          <a:r>
            <a:rPr lang="en-CA"/>
            <a:t>For Linux companies don’t have to spend anything</a:t>
          </a:r>
          <a:endParaRPr lang="en-US"/>
        </a:p>
      </dgm:t>
    </dgm:pt>
    <dgm:pt modelId="{E0D50751-5CD8-4C7F-886F-B9DC6D59C34B}" type="parTrans" cxnId="{0872C616-ED5C-4300-8851-CBE1BB2CB73D}">
      <dgm:prSet/>
      <dgm:spPr/>
      <dgm:t>
        <a:bodyPr/>
        <a:lstStyle/>
        <a:p>
          <a:endParaRPr lang="en-US"/>
        </a:p>
      </dgm:t>
    </dgm:pt>
    <dgm:pt modelId="{E1623F06-C152-4313-9618-138D1C52679C}" type="sibTrans" cxnId="{0872C616-ED5C-4300-8851-CBE1BB2CB73D}">
      <dgm:prSet/>
      <dgm:spPr/>
      <dgm:t>
        <a:bodyPr/>
        <a:lstStyle/>
        <a:p>
          <a:endParaRPr lang="en-US"/>
        </a:p>
      </dgm:t>
    </dgm:pt>
    <dgm:pt modelId="{7A37539A-904E-405C-BB05-000668D8D144}">
      <dgm:prSet/>
      <dgm:spPr/>
      <dgm:t>
        <a:bodyPr/>
        <a:lstStyle/>
        <a:p>
          <a:r>
            <a:rPr lang="en-CA"/>
            <a:t>Technical Differences</a:t>
          </a:r>
          <a:endParaRPr lang="en-US"/>
        </a:p>
      </dgm:t>
    </dgm:pt>
    <dgm:pt modelId="{442D9F8C-4B11-4BA1-98E2-3F476640947F}" type="parTrans" cxnId="{5A680536-A6D4-4C13-8E49-7325FDFEA062}">
      <dgm:prSet/>
      <dgm:spPr/>
      <dgm:t>
        <a:bodyPr/>
        <a:lstStyle/>
        <a:p>
          <a:endParaRPr lang="en-US"/>
        </a:p>
      </dgm:t>
    </dgm:pt>
    <dgm:pt modelId="{4ADAA05F-9C91-46D4-BD98-DE7D7A9BE2FC}" type="sibTrans" cxnId="{5A680536-A6D4-4C13-8E49-7325FDFEA062}">
      <dgm:prSet/>
      <dgm:spPr/>
      <dgm:t>
        <a:bodyPr/>
        <a:lstStyle/>
        <a:p>
          <a:endParaRPr lang="en-US"/>
        </a:p>
      </dgm:t>
    </dgm:pt>
    <dgm:pt modelId="{C8D1DE1D-444F-4650-9176-3AFD67577FBE}">
      <dgm:prSet/>
      <dgm:spPr/>
      <dgm:t>
        <a:bodyPr/>
        <a:lstStyle/>
        <a:p>
          <a:r>
            <a:rPr lang="en-CA"/>
            <a:t>Keeping up to date</a:t>
          </a:r>
          <a:endParaRPr lang="en-US"/>
        </a:p>
      </dgm:t>
    </dgm:pt>
    <dgm:pt modelId="{A0913491-05F5-4AD1-A458-0D439B23AC02}" type="parTrans" cxnId="{551215B2-84A1-4D8F-BF81-78F308A028FA}">
      <dgm:prSet/>
      <dgm:spPr/>
      <dgm:t>
        <a:bodyPr/>
        <a:lstStyle/>
        <a:p>
          <a:endParaRPr lang="en-US"/>
        </a:p>
      </dgm:t>
    </dgm:pt>
    <dgm:pt modelId="{FBC21FA8-2758-4FA8-BA8E-6A4A5A96B193}" type="sibTrans" cxnId="{551215B2-84A1-4D8F-BF81-78F308A028FA}">
      <dgm:prSet/>
      <dgm:spPr/>
      <dgm:t>
        <a:bodyPr/>
        <a:lstStyle/>
        <a:p>
          <a:endParaRPr lang="en-US"/>
        </a:p>
      </dgm:t>
    </dgm:pt>
    <dgm:pt modelId="{352E3FD0-E530-4096-8709-47EE4F36F964}">
      <dgm:prSet/>
      <dgm:spPr/>
      <dgm:t>
        <a:bodyPr/>
        <a:lstStyle/>
        <a:p>
          <a:r>
            <a:rPr lang="en-CA" dirty="0"/>
            <a:t>Compatibility: Linux is Backward Compatible unlike Windows</a:t>
          </a:r>
          <a:endParaRPr lang="en-US" dirty="0"/>
        </a:p>
      </dgm:t>
    </dgm:pt>
    <dgm:pt modelId="{DE395D49-816D-4AE5-B10D-691C72F57AC7}" type="parTrans" cxnId="{DD0E937A-B841-453E-A050-E3C152BC9E21}">
      <dgm:prSet/>
      <dgm:spPr/>
      <dgm:t>
        <a:bodyPr/>
        <a:lstStyle/>
        <a:p>
          <a:endParaRPr lang="en-US"/>
        </a:p>
      </dgm:t>
    </dgm:pt>
    <dgm:pt modelId="{E53712A2-1205-4E6B-832E-FD15D5004E20}" type="sibTrans" cxnId="{DD0E937A-B841-453E-A050-E3C152BC9E21}">
      <dgm:prSet/>
      <dgm:spPr/>
      <dgm:t>
        <a:bodyPr/>
        <a:lstStyle/>
        <a:p>
          <a:endParaRPr lang="en-US"/>
        </a:p>
      </dgm:t>
    </dgm:pt>
    <dgm:pt modelId="{E9873DA1-7764-4742-ACD2-202A1185644D}">
      <dgm:prSet/>
      <dgm:spPr/>
      <dgm:t>
        <a:bodyPr/>
        <a:lstStyle/>
        <a:p>
          <a:r>
            <a:rPr lang="en-CA"/>
            <a:t>Features Provided (Both support Dynamic Caching and both have multi-user support)</a:t>
          </a:r>
          <a:endParaRPr lang="en-US"/>
        </a:p>
      </dgm:t>
    </dgm:pt>
    <dgm:pt modelId="{DFD04D7E-0226-4E9F-946C-21B7D48C2D88}" type="parTrans" cxnId="{5F1DB09D-DED2-4082-BBCB-EEFE1EF271E7}">
      <dgm:prSet/>
      <dgm:spPr/>
      <dgm:t>
        <a:bodyPr/>
        <a:lstStyle/>
        <a:p>
          <a:endParaRPr lang="en-US"/>
        </a:p>
      </dgm:t>
    </dgm:pt>
    <dgm:pt modelId="{49404010-AF5F-42CB-883C-E60034F217B6}" type="sibTrans" cxnId="{5F1DB09D-DED2-4082-BBCB-EEFE1EF271E7}">
      <dgm:prSet/>
      <dgm:spPr/>
      <dgm:t>
        <a:bodyPr/>
        <a:lstStyle/>
        <a:p>
          <a:endParaRPr lang="en-US"/>
        </a:p>
      </dgm:t>
    </dgm:pt>
    <dgm:pt modelId="{3948C8C1-C4BD-4975-A066-15E11A9530E7}">
      <dgm:prSet/>
      <dgm:spPr/>
      <dgm:t>
        <a:bodyPr/>
        <a:lstStyle/>
        <a:p>
          <a:r>
            <a:rPr lang="en-CA"/>
            <a:t>Application differences (No commercial word processor for Linux)</a:t>
          </a:r>
          <a:endParaRPr lang="en-US"/>
        </a:p>
      </dgm:t>
    </dgm:pt>
    <dgm:pt modelId="{BBBB3E30-FDD3-446B-9A12-CF3AAE00A1E4}" type="parTrans" cxnId="{34812B79-3279-4347-869B-F3B2B3B6E917}">
      <dgm:prSet/>
      <dgm:spPr/>
      <dgm:t>
        <a:bodyPr/>
        <a:lstStyle/>
        <a:p>
          <a:endParaRPr lang="en-US"/>
        </a:p>
      </dgm:t>
    </dgm:pt>
    <dgm:pt modelId="{2C911EC3-B2F2-4C9F-B5BA-4C78088CB37C}" type="sibTrans" cxnId="{34812B79-3279-4347-869B-F3B2B3B6E917}">
      <dgm:prSet/>
      <dgm:spPr/>
      <dgm:t>
        <a:bodyPr/>
        <a:lstStyle/>
        <a:p>
          <a:endParaRPr lang="en-US"/>
        </a:p>
      </dgm:t>
    </dgm:pt>
    <dgm:pt modelId="{E658F89D-640A-4E8C-9B48-EFA0F09AEEBD}">
      <dgm:prSet/>
      <dgm:spPr/>
      <dgm:t>
        <a:bodyPr/>
        <a:lstStyle/>
        <a:p>
          <a:r>
            <a:rPr lang="en-CA"/>
            <a:t>End-User Difference</a:t>
          </a:r>
          <a:endParaRPr lang="en-US"/>
        </a:p>
      </dgm:t>
    </dgm:pt>
    <dgm:pt modelId="{2843C7A7-A376-4170-BF4D-2C9DF2240474}" type="parTrans" cxnId="{906DB013-07A8-4AC4-A00E-6757E8E6CC01}">
      <dgm:prSet/>
      <dgm:spPr/>
      <dgm:t>
        <a:bodyPr/>
        <a:lstStyle/>
        <a:p>
          <a:endParaRPr lang="en-US"/>
        </a:p>
      </dgm:t>
    </dgm:pt>
    <dgm:pt modelId="{5DADB1A5-6D9E-4616-914C-54D31227B481}" type="sibTrans" cxnId="{906DB013-07A8-4AC4-A00E-6757E8E6CC01}">
      <dgm:prSet/>
      <dgm:spPr/>
      <dgm:t>
        <a:bodyPr/>
        <a:lstStyle/>
        <a:p>
          <a:endParaRPr lang="en-US"/>
        </a:p>
      </dgm:t>
    </dgm:pt>
    <dgm:pt modelId="{55D5415A-6C33-4618-9E8A-8A7646038E15}">
      <dgm:prSet/>
      <dgm:spPr/>
      <dgm:t>
        <a:bodyPr/>
        <a:lstStyle/>
        <a:p>
          <a:r>
            <a:rPr lang="en-CA"/>
            <a:t>System Administration</a:t>
          </a:r>
          <a:endParaRPr lang="en-US"/>
        </a:p>
      </dgm:t>
    </dgm:pt>
    <dgm:pt modelId="{B66E6530-8022-4D2D-8BA9-BC89777E3A00}" type="parTrans" cxnId="{83E192A9-8159-428D-977A-37565ECB945E}">
      <dgm:prSet/>
      <dgm:spPr/>
      <dgm:t>
        <a:bodyPr/>
        <a:lstStyle/>
        <a:p>
          <a:endParaRPr lang="en-US"/>
        </a:p>
      </dgm:t>
    </dgm:pt>
    <dgm:pt modelId="{A55D9007-CD2C-48DA-8741-1CFDEC98F344}" type="sibTrans" cxnId="{83E192A9-8159-428D-977A-37565ECB945E}">
      <dgm:prSet/>
      <dgm:spPr/>
      <dgm:t>
        <a:bodyPr/>
        <a:lstStyle/>
        <a:p>
          <a:endParaRPr lang="en-US"/>
        </a:p>
      </dgm:t>
    </dgm:pt>
    <dgm:pt modelId="{BB9E7788-8298-714D-861A-88495D88A5E7}" type="pres">
      <dgm:prSet presAssocID="{A7C65B91-1CEC-460D-BF0E-EABCCA5B9720}" presName="linear" presStyleCnt="0">
        <dgm:presLayoutVars>
          <dgm:dir/>
          <dgm:animLvl val="lvl"/>
          <dgm:resizeHandles val="exact"/>
        </dgm:presLayoutVars>
      </dgm:prSet>
      <dgm:spPr/>
    </dgm:pt>
    <dgm:pt modelId="{9D27ADDC-4964-9F40-9637-1FBCDFF1A31D}" type="pres">
      <dgm:prSet presAssocID="{36AB6917-6A11-40D8-A385-3A1AD0CE4D3C}" presName="parentLin" presStyleCnt="0"/>
      <dgm:spPr/>
    </dgm:pt>
    <dgm:pt modelId="{E6051AC3-C2DF-CA40-A2CD-207D90D5C5CC}" type="pres">
      <dgm:prSet presAssocID="{36AB6917-6A11-40D8-A385-3A1AD0CE4D3C}" presName="parentLeftMargin" presStyleLbl="node1" presStyleIdx="0" presStyleCnt="3"/>
      <dgm:spPr/>
    </dgm:pt>
    <dgm:pt modelId="{59D6C35F-2474-4748-B351-E7CFAE3B7998}" type="pres">
      <dgm:prSet presAssocID="{36AB6917-6A11-40D8-A385-3A1AD0CE4D3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FA09626-E716-E249-9421-E059742F8815}" type="pres">
      <dgm:prSet presAssocID="{36AB6917-6A11-40D8-A385-3A1AD0CE4D3C}" presName="negativeSpace" presStyleCnt="0"/>
      <dgm:spPr/>
    </dgm:pt>
    <dgm:pt modelId="{50A61E71-218A-624B-8574-C03475FF5EDA}" type="pres">
      <dgm:prSet presAssocID="{36AB6917-6A11-40D8-A385-3A1AD0CE4D3C}" presName="childText" presStyleLbl="conFgAcc1" presStyleIdx="0" presStyleCnt="3">
        <dgm:presLayoutVars>
          <dgm:bulletEnabled val="1"/>
        </dgm:presLayoutVars>
      </dgm:prSet>
      <dgm:spPr/>
    </dgm:pt>
    <dgm:pt modelId="{7FCEF15B-3BA3-5E47-A866-7F16B7757A4D}" type="pres">
      <dgm:prSet presAssocID="{318A8B28-B42A-42F4-9F3E-16769AF027F8}" presName="spaceBetweenRectangles" presStyleCnt="0"/>
      <dgm:spPr/>
    </dgm:pt>
    <dgm:pt modelId="{E63CC77B-BB6A-774C-8AD5-DB023BC8DC58}" type="pres">
      <dgm:prSet presAssocID="{7A37539A-904E-405C-BB05-000668D8D144}" presName="parentLin" presStyleCnt="0"/>
      <dgm:spPr/>
    </dgm:pt>
    <dgm:pt modelId="{11F7CF42-2297-C84A-8B9F-90FC6694B6A3}" type="pres">
      <dgm:prSet presAssocID="{7A37539A-904E-405C-BB05-000668D8D144}" presName="parentLeftMargin" presStyleLbl="node1" presStyleIdx="0" presStyleCnt="3"/>
      <dgm:spPr/>
    </dgm:pt>
    <dgm:pt modelId="{14552903-B6A5-A940-8890-CA50616E7358}" type="pres">
      <dgm:prSet presAssocID="{7A37539A-904E-405C-BB05-000668D8D14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FCE4BFC-E4E6-214C-8843-A54E5A8CA512}" type="pres">
      <dgm:prSet presAssocID="{7A37539A-904E-405C-BB05-000668D8D144}" presName="negativeSpace" presStyleCnt="0"/>
      <dgm:spPr/>
    </dgm:pt>
    <dgm:pt modelId="{B152065E-1BC3-314C-90DF-7D7F571D99C1}" type="pres">
      <dgm:prSet presAssocID="{7A37539A-904E-405C-BB05-000668D8D144}" presName="childText" presStyleLbl="conFgAcc1" presStyleIdx="1" presStyleCnt="3">
        <dgm:presLayoutVars>
          <dgm:bulletEnabled val="1"/>
        </dgm:presLayoutVars>
      </dgm:prSet>
      <dgm:spPr/>
    </dgm:pt>
    <dgm:pt modelId="{4C9C1BBE-8755-3040-A9F8-948CA0BC9FC9}" type="pres">
      <dgm:prSet presAssocID="{4ADAA05F-9C91-46D4-BD98-DE7D7A9BE2FC}" presName="spaceBetweenRectangles" presStyleCnt="0"/>
      <dgm:spPr/>
    </dgm:pt>
    <dgm:pt modelId="{35A37B12-4307-C842-8CF7-5D477B210BF0}" type="pres">
      <dgm:prSet presAssocID="{E658F89D-640A-4E8C-9B48-EFA0F09AEEBD}" presName="parentLin" presStyleCnt="0"/>
      <dgm:spPr/>
    </dgm:pt>
    <dgm:pt modelId="{5CB02F17-2CCC-AE4B-884E-FBD2BA0596E6}" type="pres">
      <dgm:prSet presAssocID="{E658F89D-640A-4E8C-9B48-EFA0F09AEEBD}" presName="parentLeftMargin" presStyleLbl="node1" presStyleIdx="1" presStyleCnt="3"/>
      <dgm:spPr/>
    </dgm:pt>
    <dgm:pt modelId="{DE7C2CE4-19B2-9A46-B57B-4C9B87C77DB6}" type="pres">
      <dgm:prSet presAssocID="{E658F89D-640A-4E8C-9B48-EFA0F09AEEB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667723C-6F90-5F46-B075-02CA56D55C78}" type="pres">
      <dgm:prSet presAssocID="{E658F89D-640A-4E8C-9B48-EFA0F09AEEBD}" presName="negativeSpace" presStyleCnt="0"/>
      <dgm:spPr/>
    </dgm:pt>
    <dgm:pt modelId="{6265217A-FA37-AA40-8477-09E326AAABE3}" type="pres">
      <dgm:prSet presAssocID="{E658F89D-640A-4E8C-9B48-EFA0F09AEEB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06DB013-07A8-4AC4-A00E-6757E8E6CC01}" srcId="{A7C65B91-1CEC-460D-BF0E-EABCCA5B9720}" destId="{E658F89D-640A-4E8C-9B48-EFA0F09AEEBD}" srcOrd="2" destOrd="0" parTransId="{2843C7A7-A376-4170-BF4D-2C9DF2240474}" sibTransId="{5DADB1A5-6D9E-4616-914C-54D31227B481}"/>
    <dgm:cxn modelId="{0872C616-ED5C-4300-8851-CBE1BB2CB73D}" srcId="{36AB6917-6A11-40D8-A385-3A1AD0CE4D3C}" destId="{1DB7E1D2-C3A6-49A1-A30B-C7AF1F860D39}" srcOrd="1" destOrd="0" parTransId="{E0D50751-5CD8-4C7F-886F-B9DC6D59C34B}" sibTransId="{E1623F06-C152-4313-9618-138D1C52679C}"/>
    <dgm:cxn modelId="{0BEE7A1A-CFBB-4254-B7D3-FFCD7C37F5F4}" srcId="{A7C65B91-1CEC-460D-BF0E-EABCCA5B9720}" destId="{36AB6917-6A11-40D8-A385-3A1AD0CE4D3C}" srcOrd="0" destOrd="0" parTransId="{F1415615-3FDA-47C7-8E87-4D4051701AD5}" sibTransId="{318A8B28-B42A-42F4-9F3E-16769AF027F8}"/>
    <dgm:cxn modelId="{337A5C2E-2D5A-E747-B1F9-57823826F003}" type="presOf" srcId="{352E3FD0-E530-4096-8709-47EE4F36F964}" destId="{B152065E-1BC3-314C-90DF-7D7F571D99C1}" srcOrd="0" destOrd="1" presId="urn:microsoft.com/office/officeart/2005/8/layout/list1"/>
    <dgm:cxn modelId="{5A680536-A6D4-4C13-8E49-7325FDFEA062}" srcId="{A7C65B91-1CEC-460D-BF0E-EABCCA5B9720}" destId="{7A37539A-904E-405C-BB05-000668D8D144}" srcOrd="1" destOrd="0" parTransId="{442D9F8C-4B11-4BA1-98E2-3F476640947F}" sibTransId="{4ADAA05F-9C91-46D4-BD98-DE7D7A9BE2FC}"/>
    <dgm:cxn modelId="{D0B57C52-4701-6E43-8E4C-C85BFBD080FD}" type="presOf" srcId="{C8D1DE1D-444F-4650-9176-3AFD67577FBE}" destId="{B152065E-1BC3-314C-90DF-7D7F571D99C1}" srcOrd="0" destOrd="0" presId="urn:microsoft.com/office/officeart/2005/8/layout/list1"/>
    <dgm:cxn modelId="{826A7654-D67A-B349-A21A-8CD7BC22A8FB}" type="presOf" srcId="{1DB7E1D2-C3A6-49A1-A30B-C7AF1F860D39}" destId="{50A61E71-218A-624B-8574-C03475FF5EDA}" srcOrd="0" destOrd="1" presId="urn:microsoft.com/office/officeart/2005/8/layout/list1"/>
    <dgm:cxn modelId="{C6F7075F-C609-F34A-9A0D-2FA6AE8561EC}" type="presOf" srcId="{36AB6917-6A11-40D8-A385-3A1AD0CE4D3C}" destId="{E6051AC3-C2DF-CA40-A2CD-207D90D5C5CC}" srcOrd="0" destOrd="0" presId="urn:microsoft.com/office/officeart/2005/8/layout/list1"/>
    <dgm:cxn modelId="{36DA6A69-6990-784C-89AC-15E7CEE7EDF7}" type="presOf" srcId="{7A37539A-904E-405C-BB05-000668D8D144}" destId="{11F7CF42-2297-C84A-8B9F-90FC6694B6A3}" srcOrd="0" destOrd="0" presId="urn:microsoft.com/office/officeart/2005/8/layout/list1"/>
    <dgm:cxn modelId="{78925F6F-248D-9042-B187-57757376EFE6}" type="presOf" srcId="{A7C65B91-1CEC-460D-BF0E-EABCCA5B9720}" destId="{BB9E7788-8298-714D-861A-88495D88A5E7}" srcOrd="0" destOrd="0" presId="urn:microsoft.com/office/officeart/2005/8/layout/list1"/>
    <dgm:cxn modelId="{34812B79-3279-4347-869B-F3B2B3B6E917}" srcId="{7A37539A-904E-405C-BB05-000668D8D144}" destId="{3948C8C1-C4BD-4975-A066-15E11A9530E7}" srcOrd="3" destOrd="0" parTransId="{BBBB3E30-FDD3-446B-9A12-CF3AAE00A1E4}" sibTransId="{2C911EC3-B2F2-4C9F-B5BA-4C78088CB37C}"/>
    <dgm:cxn modelId="{DD0E937A-B841-453E-A050-E3C152BC9E21}" srcId="{7A37539A-904E-405C-BB05-000668D8D144}" destId="{352E3FD0-E530-4096-8709-47EE4F36F964}" srcOrd="1" destOrd="0" parTransId="{DE395D49-816D-4AE5-B10D-691C72F57AC7}" sibTransId="{E53712A2-1205-4E6B-832E-FD15D5004E20}"/>
    <dgm:cxn modelId="{59456B7E-5F5F-9449-9C5F-EED4C2BF1614}" type="presOf" srcId="{3948C8C1-C4BD-4975-A066-15E11A9530E7}" destId="{B152065E-1BC3-314C-90DF-7D7F571D99C1}" srcOrd="0" destOrd="3" presId="urn:microsoft.com/office/officeart/2005/8/layout/list1"/>
    <dgm:cxn modelId="{3023B280-0400-EE4D-A92D-31CEA7A21C2B}" type="presOf" srcId="{E9873DA1-7764-4742-ACD2-202A1185644D}" destId="{B152065E-1BC3-314C-90DF-7D7F571D99C1}" srcOrd="0" destOrd="2" presId="urn:microsoft.com/office/officeart/2005/8/layout/list1"/>
    <dgm:cxn modelId="{5189DF8C-4979-475C-A792-3B75A372FE90}" srcId="{36AB6917-6A11-40D8-A385-3A1AD0CE4D3C}" destId="{39D0B630-566D-4E07-927B-9C86AF10D7C0}" srcOrd="0" destOrd="0" parTransId="{D7349673-9E1F-4F4F-913D-A1AADE542DD9}" sibTransId="{3B6943A7-0687-4DDD-90B8-782976D549BD}"/>
    <dgm:cxn modelId="{DE802F96-C1B6-3048-BC9E-D01931E4BD0A}" type="presOf" srcId="{36AB6917-6A11-40D8-A385-3A1AD0CE4D3C}" destId="{59D6C35F-2474-4748-B351-E7CFAE3B7998}" srcOrd="1" destOrd="0" presId="urn:microsoft.com/office/officeart/2005/8/layout/list1"/>
    <dgm:cxn modelId="{5F1DB09D-DED2-4082-BBCB-EEFE1EF271E7}" srcId="{7A37539A-904E-405C-BB05-000668D8D144}" destId="{E9873DA1-7764-4742-ACD2-202A1185644D}" srcOrd="2" destOrd="0" parTransId="{DFD04D7E-0226-4E9F-946C-21B7D48C2D88}" sibTransId="{49404010-AF5F-42CB-883C-E60034F217B6}"/>
    <dgm:cxn modelId="{6027639E-A2D8-A84D-9B25-54865B3E38C9}" type="presOf" srcId="{E658F89D-640A-4E8C-9B48-EFA0F09AEEBD}" destId="{DE7C2CE4-19B2-9A46-B57B-4C9B87C77DB6}" srcOrd="1" destOrd="0" presId="urn:microsoft.com/office/officeart/2005/8/layout/list1"/>
    <dgm:cxn modelId="{83E192A9-8159-428D-977A-37565ECB945E}" srcId="{E658F89D-640A-4E8C-9B48-EFA0F09AEEBD}" destId="{55D5415A-6C33-4618-9E8A-8A7646038E15}" srcOrd="0" destOrd="0" parTransId="{B66E6530-8022-4D2D-8BA9-BC89777E3A00}" sibTransId="{A55D9007-CD2C-48DA-8741-1CFDEC98F344}"/>
    <dgm:cxn modelId="{4814FEA9-D3B7-1E44-AF2C-7BCBD263FF13}" type="presOf" srcId="{39D0B630-566D-4E07-927B-9C86AF10D7C0}" destId="{50A61E71-218A-624B-8574-C03475FF5EDA}" srcOrd="0" destOrd="0" presId="urn:microsoft.com/office/officeart/2005/8/layout/list1"/>
    <dgm:cxn modelId="{8CA22FAC-1487-0345-B939-E4A2E139870D}" type="presOf" srcId="{E658F89D-640A-4E8C-9B48-EFA0F09AEEBD}" destId="{5CB02F17-2CCC-AE4B-884E-FBD2BA0596E6}" srcOrd="0" destOrd="0" presId="urn:microsoft.com/office/officeart/2005/8/layout/list1"/>
    <dgm:cxn modelId="{551215B2-84A1-4D8F-BF81-78F308A028FA}" srcId="{7A37539A-904E-405C-BB05-000668D8D144}" destId="{C8D1DE1D-444F-4650-9176-3AFD67577FBE}" srcOrd="0" destOrd="0" parTransId="{A0913491-05F5-4AD1-A458-0D439B23AC02}" sibTransId="{FBC21FA8-2758-4FA8-BA8E-6A4A5A96B193}"/>
    <dgm:cxn modelId="{C30FE3D7-3E74-A94F-925C-7B6172C17BCA}" type="presOf" srcId="{55D5415A-6C33-4618-9E8A-8A7646038E15}" destId="{6265217A-FA37-AA40-8477-09E326AAABE3}" srcOrd="0" destOrd="0" presId="urn:microsoft.com/office/officeart/2005/8/layout/list1"/>
    <dgm:cxn modelId="{A24EB1ED-07F1-4A4F-87CE-16683A93957B}" type="presOf" srcId="{7A37539A-904E-405C-BB05-000668D8D144}" destId="{14552903-B6A5-A940-8890-CA50616E7358}" srcOrd="1" destOrd="0" presId="urn:microsoft.com/office/officeart/2005/8/layout/list1"/>
    <dgm:cxn modelId="{A483E286-C476-D849-963D-61365335B247}" type="presParOf" srcId="{BB9E7788-8298-714D-861A-88495D88A5E7}" destId="{9D27ADDC-4964-9F40-9637-1FBCDFF1A31D}" srcOrd="0" destOrd="0" presId="urn:microsoft.com/office/officeart/2005/8/layout/list1"/>
    <dgm:cxn modelId="{34816E2B-076E-3146-8455-A4AA4D44ACE3}" type="presParOf" srcId="{9D27ADDC-4964-9F40-9637-1FBCDFF1A31D}" destId="{E6051AC3-C2DF-CA40-A2CD-207D90D5C5CC}" srcOrd="0" destOrd="0" presId="urn:microsoft.com/office/officeart/2005/8/layout/list1"/>
    <dgm:cxn modelId="{3347FFC7-2EE2-6446-AB4B-39C98AE1F2DF}" type="presParOf" srcId="{9D27ADDC-4964-9F40-9637-1FBCDFF1A31D}" destId="{59D6C35F-2474-4748-B351-E7CFAE3B7998}" srcOrd="1" destOrd="0" presId="urn:microsoft.com/office/officeart/2005/8/layout/list1"/>
    <dgm:cxn modelId="{2E61E221-0BD9-1740-941C-4E8DB4279B99}" type="presParOf" srcId="{BB9E7788-8298-714D-861A-88495D88A5E7}" destId="{EFA09626-E716-E249-9421-E059742F8815}" srcOrd="1" destOrd="0" presId="urn:microsoft.com/office/officeart/2005/8/layout/list1"/>
    <dgm:cxn modelId="{A51E7F45-BA3A-7D47-B5A5-BB9234D3996D}" type="presParOf" srcId="{BB9E7788-8298-714D-861A-88495D88A5E7}" destId="{50A61E71-218A-624B-8574-C03475FF5EDA}" srcOrd="2" destOrd="0" presId="urn:microsoft.com/office/officeart/2005/8/layout/list1"/>
    <dgm:cxn modelId="{107B1D77-1CE0-DE4A-8F5B-DD8373320C74}" type="presParOf" srcId="{BB9E7788-8298-714D-861A-88495D88A5E7}" destId="{7FCEF15B-3BA3-5E47-A866-7F16B7757A4D}" srcOrd="3" destOrd="0" presId="urn:microsoft.com/office/officeart/2005/8/layout/list1"/>
    <dgm:cxn modelId="{B6D077B8-3EF2-E040-9EBC-3193F5B9F376}" type="presParOf" srcId="{BB9E7788-8298-714D-861A-88495D88A5E7}" destId="{E63CC77B-BB6A-774C-8AD5-DB023BC8DC58}" srcOrd="4" destOrd="0" presId="urn:microsoft.com/office/officeart/2005/8/layout/list1"/>
    <dgm:cxn modelId="{210CD630-F89E-F84D-B67B-5F9B991AE48E}" type="presParOf" srcId="{E63CC77B-BB6A-774C-8AD5-DB023BC8DC58}" destId="{11F7CF42-2297-C84A-8B9F-90FC6694B6A3}" srcOrd="0" destOrd="0" presId="urn:microsoft.com/office/officeart/2005/8/layout/list1"/>
    <dgm:cxn modelId="{92A3451C-0012-0749-A756-B473399464CF}" type="presParOf" srcId="{E63CC77B-BB6A-774C-8AD5-DB023BC8DC58}" destId="{14552903-B6A5-A940-8890-CA50616E7358}" srcOrd="1" destOrd="0" presId="urn:microsoft.com/office/officeart/2005/8/layout/list1"/>
    <dgm:cxn modelId="{6B499EC4-ED3B-1444-A4C6-E6D7BFB8A804}" type="presParOf" srcId="{BB9E7788-8298-714D-861A-88495D88A5E7}" destId="{BFCE4BFC-E4E6-214C-8843-A54E5A8CA512}" srcOrd="5" destOrd="0" presId="urn:microsoft.com/office/officeart/2005/8/layout/list1"/>
    <dgm:cxn modelId="{BA157DAA-AD8D-A54A-9913-CCA59C51BDC2}" type="presParOf" srcId="{BB9E7788-8298-714D-861A-88495D88A5E7}" destId="{B152065E-1BC3-314C-90DF-7D7F571D99C1}" srcOrd="6" destOrd="0" presId="urn:microsoft.com/office/officeart/2005/8/layout/list1"/>
    <dgm:cxn modelId="{80A450B4-F4D6-554E-8E66-40124BBD93C0}" type="presParOf" srcId="{BB9E7788-8298-714D-861A-88495D88A5E7}" destId="{4C9C1BBE-8755-3040-A9F8-948CA0BC9FC9}" srcOrd="7" destOrd="0" presId="urn:microsoft.com/office/officeart/2005/8/layout/list1"/>
    <dgm:cxn modelId="{316B547B-00A1-3F45-9674-4497AF81E024}" type="presParOf" srcId="{BB9E7788-8298-714D-861A-88495D88A5E7}" destId="{35A37B12-4307-C842-8CF7-5D477B210BF0}" srcOrd="8" destOrd="0" presId="urn:microsoft.com/office/officeart/2005/8/layout/list1"/>
    <dgm:cxn modelId="{985970F1-5EB6-E64C-B6EF-DAED86081371}" type="presParOf" srcId="{35A37B12-4307-C842-8CF7-5D477B210BF0}" destId="{5CB02F17-2CCC-AE4B-884E-FBD2BA0596E6}" srcOrd="0" destOrd="0" presId="urn:microsoft.com/office/officeart/2005/8/layout/list1"/>
    <dgm:cxn modelId="{D50CF2C1-AAC6-AE4F-8155-A45FC4A4A42E}" type="presParOf" srcId="{35A37B12-4307-C842-8CF7-5D477B210BF0}" destId="{DE7C2CE4-19B2-9A46-B57B-4C9B87C77DB6}" srcOrd="1" destOrd="0" presId="urn:microsoft.com/office/officeart/2005/8/layout/list1"/>
    <dgm:cxn modelId="{2C7BC1E2-89A1-9A40-A546-FC8A48AF01D3}" type="presParOf" srcId="{BB9E7788-8298-714D-861A-88495D88A5E7}" destId="{E667723C-6F90-5F46-B075-02CA56D55C78}" srcOrd="9" destOrd="0" presId="urn:microsoft.com/office/officeart/2005/8/layout/list1"/>
    <dgm:cxn modelId="{7F3FC1C3-0EAE-434C-9177-46C2D1DF9FA0}" type="presParOf" srcId="{BB9E7788-8298-714D-861A-88495D88A5E7}" destId="{6265217A-FA37-AA40-8477-09E326AAABE3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B0E3916-9A91-46E6-9816-CE5D1E7CFD24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FFF89BB-9D11-4DDB-B90C-6E0D52B628E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mount </a:t>
          </a:r>
        </a:p>
      </dgm:t>
    </dgm:pt>
    <dgm:pt modelId="{A4BBCFA7-598D-49D6-8980-4A9D2CBE843C}" type="parTrans" cxnId="{85CEF413-E335-4A82-A4A9-0EF30D95F221}">
      <dgm:prSet/>
      <dgm:spPr/>
      <dgm:t>
        <a:bodyPr/>
        <a:lstStyle/>
        <a:p>
          <a:endParaRPr lang="en-US"/>
        </a:p>
      </dgm:t>
    </dgm:pt>
    <dgm:pt modelId="{73D7C235-DA7E-4FA5-9FA0-F8F81863E692}" type="sibTrans" cxnId="{85CEF413-E335-4A82-A4A9-0EF30D95F221}">
      <dgm:prSet/>
      <dgm:spPr/>
      <dgm:t>
        <a:bodyPr/>
        <a:lstStyle/>
        <a:p>
          <a:endParaRPr lang="en-US"/>
        </a:p>
      </dgm:t>
    </dgm:pt>
    <dgm:pt modelId="{ABF97ADC-1B0A-4BCB-8E0A-2FA121EEB9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add a device file to Linux</a:t>
          </a:r>
        </a:p>
      </dgm:t>
    </dgm:pt>
    <dgm:pt modelId="{0B082913-B6A3-4BC7-8B25-0EA052B256E7}" type="parTrans" cxnId="{845C0B79-DE10-4408-A805-75CD4743C9CF}">
      <dgm:prSet/>
      <dgm:spPr/>
      <dgm:t>
        <a:bodyPr/>
        <a:lstStyle/>
        <a:p>
          <a:endParaRPr lang="en-US"/>
        </a:p>
      </dgm:t>
    </dgm:pt>
    <dgm:pt modelId="{CC4358FD-3EB9-4D6C-B2BB-42AE413D568E}" type="sibTrans" cxnId="{845C0B79-DE10-4408-A805-75CD4743C9CF}">
      <dgm:prSet/>
      <dgm:spPr/>
      <dgm:t>
        <a:bodyPr/>
        <a:lstStyle/>
        <a:p>
          <a:endParaRPr lang="en-US"/>
        </a:p>
      </dgm:t>
    </dgm:pt>
    <dgm:pt modelId="{95481DED-F6B3-4064-A1C2-A58D2D95C6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Command:	mount [file] [destination]</a:t>
          </a:r>
        </a:p>
      </dgm:t>
    </dgm:pt>
    <dgm:pt modelId="{06C785B8-C7F2-47F9-9977-8D9E748CB9C3}" type="parTrans" cxnId="{3D531E43-2F2F-4C9F-8F7D-2A62D65006A7}">
      <dgm:prSet/>
      <dgm:spPr/>
      <dgm:t>
        <a:bodyPr/>
        <a:lstStyle/>
        <a:p>
          <a:endParaRPr lang="en-US"/>
        </a:p>
      </dgm:t>
    </dgm:pt>
    <dgm:pt modelId="{2516EEDB-216F-4E87-86C1-CCED8678983D}" type="sibTrans" cxnId="{3D531E43-2F2F-4C9F-8F7D-2A62D65006A7}">
      <dgm:prSet/>
      <dgm:spPr/>
      <dgm:t>
        <a:bodyPr/>
        <a:lstStyle/>
        <a:p>
          <a:endParaRPr lang="en-US"/>
        </a:p>
      </dgm:t>
    </dgm:pt>
    <dgm:pt modelId="{E64A76DB-18CD-4F68-B561-AB751C531D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Example:	mount  /dev/xvdf   /fileserver</a:t>
          </a:r>
        </a:p>
      </dgm:t>
    </dgm:pt>
    <dgm:pt modelId="{993C7012-85A8-4A21-909E-4FC4870FFBE9}" type="parTrans" cxnId="{1D12DAE8-7323-4396-B25B-8982FF102CF5}">
      <dgm:prSet/>
      <dgm:spPr/>
      <dgm:t>
        <a:bodyPr/>
        <a:lstStyle/>
        <a:p>
          <a:endParaRPr lang="en-US"/>
        </a:p>
      </dgm:t>
    </dgm:pt>
    <dgm:pt modelId="{9069F2A8-30A4-4FC0-9BD1-E1DBCD75FC9D}" type="sibTrans" cxnId="{1D12DAE8-7323-4396-B25B-8982FF102CF5}">
      <dgm:prSet/>
      <dgm:spPr/>
      <dgm:t>
        <a:bodyPr/>
        <a:lstStyle/>
        <a:p>
          <a:endParaRPr lang="en-US"/>
        </a:p>
      </dgm:t>
    </dgm:pt>
    <dgm:pt modelId="{9CC87B76-8A93-46AD-9365-E5FAC07D6A6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Umount</a:t>
          </a:r>
        </a:p>
      </dgm:t>
    </dgm:pt>
    <dgm:pt modelId="{0E91D4DD-1194-44A1-AD6C-099AF959C426}" type="parTrans" cxnId="{BB5993AC-2311-450D-849E-231664AACA48}">
      <dgm:prSet/>
      <dgm:spPr/>
      <dgm:t>
        <a:bodyPr/>
        <a:lstStyle/>
        <a:p>
          <a:endParaRPr lang="en-US"/>
        </a:p>
      </dgm:t>
    </dgm:pt>
    <dgm:pt modelId="{EC031C55-0FBE-478C-9F6C-6D8E0DCD75D3}" type="sibTrans" cxnId="{BB5993AC-2311-450D-849E-231664AACA48}">
      <dgm:prSet/>
      <dgm:spPr/>
      <dgm:t>
        <a:bodyPr/>
        <a:lstStyle/>
        <a:p>
          <a:endParaRPr lang="en-US"/>
        </a:p>
      </dgm:t>
    </dgm:pt>
    <dgm:pt modelId="{50F0D0F1-8C4D-4A84-ADFD-857946DE70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remove a device file from Linux</a:t>
          </a:r>
        </a:p>
      </dgm:t>
    </dgm:pt>
    <dgm:pt modelId="{C3022B3C-B2C6-4117-A709-C2C6E275E963}" type="parTrans" cxnId="{7C9FE83B-3585-4D85-B141-3B25A248E5D6}">
      <dgm:prSet/>
      <dgm:spPr/>
      <dgm:t>
        <a:bodyPr/>
        <a:lstStyle/>
        <a:p>
          <a:endParaRPr lang="en-US"/>
        </a:p>
      </dgm:t>
    </dgm:pt>
    <dgm:pt modelId="{AFA8237E-CF99-4AD7-B627-C8FB163BA670}" type="sibTrans" cxnId="{7C9FE83B-3585-4D85-B141-3B25A248E5D6}">
      <dgm:prSet/>
      <dgm:spPr/>
      <dgm:t>
        <a:bodyPr/>
        <a:lstStyle/>
        <a:p>
          <a:endParaRPr lang="en-US"/>
        </a:p>
      </dgm:t>
    </dgm:pt>
    <dgm:pt modelId="{34CCE634-8D0D-479E-A733-3A95D33059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Command: 	umount [location]</a:t>
          </a:r>
        </a:p>
      </dgm:t>
    </dgm:pt>
    <dgm:pt modelId="{7828D364-2C43-415B-A387-B77FBA346AC8}" type="parTrans" cxnId="{AF17A825-811F-4B29-AF9B-13FF9A6725A0}">
      <dgm:prSet/>
      <dgm:spPr/>
      <dgm:t>
        <a:bodyPr/>
        <a:lstStyle/>
        <a:p>
          <a:endParaRPr lang="en-US"/>
        </a:p>
      </dgm:t>
    </dgm:pt>
    <dgm:pt modelId="{FC6FC989-E8B9-42D5-A95F-4B229800B071}" type="sibTrans" cxnId="{AF17A825-811F-4B29-AF9B-13FF9A6725A0}">
      <dgm:prSet/>
      <dgm:spPr/>
      <dgm:t>
        <a:bodyPr/>
        <a:lstStyle/>
        <a:p>
          <a:endParaRPr lang="en-US"/>
        </a:p>
      </dgm:t>
    </dgm:pt>
    <dgm:pt modelId="{E41E6C57-A6C8-4B8C-8F47-BC4093EE2A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Example:	umount  /dev/xvdf </a:t>
          </a:r>
        </a:p>
      </dgm:t>
    </dgm:pt>
    <dgm:pt modelId="{557AC01E-B439-42A6-9FE4-1EB281D39C55}" type="parTrans" cxnId="{EBE91672-280A-452E-A5BD-2D1ADD7FCE14}">
      <dgm:prSet/>
      <dgm:spPr/>
      <dgm:t>
        <a:bodyPr/>
        <a:lstStyle/>
        <a:p>
          <a:endParaRPr lang="en-US"/>
        </a:p>
      </dgm:t>
    </dgm:pt>
    <dgm:pt modelId="{01B1E01E-85EE-46B5-AD6A-791E00DA01AF}" type="sibTrans" cxnId="{EBE91672-280A-452E-A5BD-2D1ADD7FCE14}">
      <dgm:prSet/>
      <dgm:spPr/>
      <dgm:t>
        <a:bodyPr/>
        <a:lstStyle/>
        <a:p>
          <a:endParaRPr lang="en-US"/>
        </a:p>
      </dgm:t>
    </dgm:pt>
    <dgm:pt modelId="{775199B8-2D13-460A-9109-A13A36BFB8CC}" type="pres">
      <dgm:prSet presAssocID="{8B0E3916-9A91-46E6-9816-CE5D1E7CFD24}" presName="root" presStyleCnt="0">
        <dgm:presLayoutVars>
          <dgm:dir/>
          <dgm:resizeHandles val="exact"/>
        </dgm:presLayoutVars>
      </dgm:prSet>
      <dgm:spPr/>
    </dgm:pt>
    <dgm:pt modelId="{6431AC07-5B66-46E6-BED8-4C4DED1A6812}" type="pres">
      <dgm:prSet presAssocID="{BFFF89BB-9D11-4DDB-B90C-6E0D52B628E2}" presName="compNode" presStyleCnt="0"/>
      <dgm:spPr/>
    </dgm:pt>
    <dgm:pt modelId="{218FF478-C0D2-49EE-8D61-4C75A9F95F84}" type="pres">
      <dgm:prSet presAssocID="{BFFF89BB-9D11-4DDB-B90C-6E0D52B628E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CC8A2DA6-4BEF-4C78-AD56-668134B74BFB}" type="pres">
      <dgm:prSet presAssocID="{BFFF89BB-9D11-4DDB-B90C-6E0D52B628E2}" presName="iconSpace" presStyleCnt="0"/>
      <dgm:spPr/>
    </dgm:pt>
    <dgm:pt modelId="{FA5D712F-9CEF-42B5-8C45-F9BFF895FBB1}" type="pres">
      <dgm:prSet presAssocID="{BFFF89BB-9D11-4DDB-B90C-6E0D52B628E2}" presName="parTx" presStyleLbl="revTx" presStyleIdx="0" presStyleCnt="4">
        <dgm:presLayoutVars>
          <dgm:chMax val="0"/>
          <dgm:chPref val="0"/>
        </dgm:presLayoutVars>
      </dgm:prSet>
      <dgm:spPr/>
    </dgm:pt>
    <dgm:pt modelId="{EF3B2387-1539-41AA-853A-F8DC65F84F6C}" type="pres">
      <dgm:prSet presAssocID="{BFFF89BB-9D11-4DDB-B90C-6E0D52B628E2}" presName="txSpace" presStyleCnt="0"/>
      <dgm:spPr/>
    </dgm:pt>
    <dgm:pt modelId="{6F25BB51-1F57-40CF-9CCD-F7CD1F5B33A8}" type="pres">
      <dgm:prSet presAssocID="{BFFF89BB-9D11-4DDB-B90C-6E0D52B628E2}" presName="desTx" presStyleLbl="revTx" presStyleIdx="1" presStyleCnt="4">
        <dgm:presLayoutVars/>
      </dgm:prSet>
      <dgm:spPr/>
    </dgm:pt>
    <dgm:pt modelId="{DBA980FB-64DD-4660-B7F7-0FB220B1E604}" type="pres">
      <dgm:prSet presAssocID="{73D7C235-DA7E-4FA5-9FA0-F8F81863E692}" presName="sibTrans" presStyleCnt="0"/>
      <dgm:spPr/>
    </dgm:pt>
    <dgm:pt modelId="{1F909900-0D1D-4820-9E1E-2BE72620EC1E}" type="pres">
      <dgm:prSet presAssocID="{9CC87B76-8A93-46AD-9365-E5FAC07D6A68}" presName="compNode" presStyleCnt="0"/>
      <dgm:spPr/>
    </dgm:pt>
    <dgm:pt modelId="{8CEBA146-4F0F-4AC2-937E-2370D8A05BAC}" type="pres">
      <dgm:prSet presAssocID="{9CC87B76-8A93-46AD-9365-E5FAC07D6A6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3DDF3427-E2D5-4288-9726-62A892E56DCA}" type="pres">
      <dgm:prSet presAssocID="{9CC87B76-8A93-46AD-9365-E5FAC07D6A68}" presName="iconSpace" presStyleCnt="0"/>
      <dgm:spPr/>
    </dgm:pt>
    <dgm:pt modelId="{329AE279-FAD8-43CB-8926-F847715CB1D3}" type="pres">
      <dgm:prSet presAssocID="{9CC87B76-8A93-46AD-9365-E5FAC07D6A68}" presName="parTx" presStyleLbl="revTx" presStyleIdx="2" presStyleCnt="4">
        <dgm:presLayoutVars>
          <dgm:chMax val="0"/>
          <dgm:chPref val="0"/>
        </dgm:presLayoutVars>
      </dgm:prSet>
      <dgm:spPr/>
    </dgm:pt>
    <dgm:pt modelId="{239B140A-1C9C-43B6-8D3F-BEA13AFE3C9E}" type="pres">
      <dgm:prSet presAssocID="{9CC87B76-8A93-46AD-9365-E5FAC07D6A68}" presName="txSpace" presStyleCnt="0"/>
      <dgm:spPr/>
    </dgm:pt>
    <dgm:pt modelId="{A0D1DB4B-E27F-44ED-8C36-537297AD4B9D}" type="pres">
      <dgm:prSet presAssocID="{9CC87B76-8A93-46AD-9365-E5FAC07D6A68}" presName="desTx" presStyleLbl="revTx" presStyleIdx="3" presStyleCnt="4">
        <dgm:presLayoutVars/>
      </dgm:prSet>
      <dgm:spPr/>
    </dgm:pt>
  </dgm:ptLst>
  <dgm:cxnLst>
    <dgm:cxn modelId="{85CEF413-E335-4A82-A4A9-0EF30D95F221}" srcId="{8B0E3916-9A91-46E6-9816-CE5D1E7CFD24}" destId="{BFFF89BB-9D11-4DDB-B90C-6E0D52B628E2}" srcOrd="0" destOrd="0" parTransId="{A4BBCFA7-598D-49D6-8980-4A9D2CBE843C}" sibTransId="{73D7C235-DA7E-4FA5-9FA0-F8F81863E692}"/>
    <dgm:cxn modelId="{1747901D-C403-42B5-AA07-EABE6C61903A}" type="presOf" srcId="{95481DED-F6B3-4064-A1C2-A58D2D95C66B}" destId="{6F25BB51-1F57-40CF-9CCD-F7CD1F5B33A8}" srcOrd="0" destOrd="1" presId="urn:microsoft.com/office/officeart/2018/2/layout/IconLabelDescriptionList"/>
    <dgm:cxn modelId="{AF17A825-811F-4B29-AF9B-13FF9A6725A0}" srcId="{9CC87B76-8A93-46AD-9365-E5FAC07D6A68}" destId="{34CCE634-8D0D-479E-A733-3A95D33059EA}" srcOrd="1" destOrd="0" parTransId="{7828D364-2C43-415B-A387-B77FBA346AC8}" sibTransId="{FC6FC989-E8B9-42D5-A95F-4B229800B071}"/>
    <dgm:cxn modelId="{05A0E931-567E-449B-8F27-4175B00650AC}" type="presOf" srcId="{ABF97ADC-1B0A-4BCB-8E0A-2FA121EEB9C4}" destId="{6F25BB51-1F57-40CF-9CCD-F7CD1F5B33A8}" srcOrd="0" destOrd="0" presId="urn:microsoft.com/office/officeart/2018/2/layout/IconLabelDescriptionList"/>
    <dgm:cxn modelId="{38C85837-846F-48F5-AD06-FA544E798675}" type="presOf" srcId="{E64A76DB-18CD-4F68-B561-AB751C531D78}" destId="{6F25BB51-1F57-40CF-9CCD-F7CD1F5B33A8}" srcOrd="0" destOrd="2" presId="urn:microsoft.com/office/officeart/2018/2/layout/IconLabelDescriptionList"/>
    <dgm:cxn modelId="{7C9FE83B-3585-4D85-B141-3B25A248E5D6}" srcId="{9CC87B76-8A93-46AD-9365-E5FAC07D6A68}" destId="{50F0D0F1-8C4D-4A84-ADFD-857946DE70BB}" srcOrd="0" destOrd="0" parTransId="{C3022B3C-B2C6-4117-A709-C2C6E275E963}" sibTransId="{AFA8237E-CF99-4AD7-B627-C8FB163BA670}"/>
    <dgm:cxn modelId="{7D12633C-AF82-41C4-A5E0-1BFB533EAF9B}" type="presOf" srcId="{E41E6C57-A6C8-4B8C-8F47-BC4093EE2A24}" destId="{A0D1DB4B-E27F-44ED-8C36-537297AD4B9D}" srcOrd="0" destOrd="2" presId="urn:microsoft.com/office/officeart/2018/2/layout/IconLabelDescriptionList"/>
    <dgm:cxn modelId="{3D531E43-2F2F-4C9F-8F7D-2A62D65006A7}" srcId="{BFFF89BB-9D11-4DDB-B90C-6E0D52B628E2}" destId="{95481DED-F6B3-4064-A1C2-A58D2D95C66B}" srcOrd="1" destOrd="0" parTransId="{06C785B8-C7F2-47F9-9977-8D9E748CB9C3}" sibTransId="{2516EEDB-216F-4E87-86C1-CCED8678983D}"/>
    <dgm:cxn modelId="{0AE53247-80F6-42E5-9A3B-5D8BE029A53E}" type="presOf" srcId="{34CCE634-8D0D-479E-A733-3A95D33059EA}" destId="{A0D1DB4B-E27F-44ED-8C36-537297AD4B9D}" srcOrd="0" destOrd="1" presId="urn:microsoft.com/office/officeart/2018/2/layout/IconLabelDescriptionList"/>
    <dgm:cxn modelId="{EBE91672-280A-452E-A5BD-2D1ADD7FCE14}" srcId="{9CC87B76-8A93-46AD-9365-E5FAC07D6A68}" destId="{E41E6C57-A6C8-4B8C-8F47-BC4093EE2A24}" srcOrd="2" destOrd="0" parTransId="{557AC01E-B439-42A6-9FE4-1EB281D39C55}" sibTransId="{01B1E01E-85EE-46B5-AD6A-791E00DA01AF}"/>
    <dgm:cxn modelId="{845C0B79-DE10-4408-A805-75CD4743C9CF}" srcId="{BFFF89BB-9D11-4DDB-B90C-6E0D52B628E2}" destId="{ABF97ADC-1B0A-4BCB-8E0A-2FA121EEB9C4}" srcOrd="0" destOrd="0" parTransId="{0B082913-B6A3-4BC7-8B25-0EA052B256E7}" sibTransId="{CC4358FD-3EB9-4D6C-B2BB-42AE413D568E}"/>
    <dgm:cxn modelId="{BB5993AC-2311-450D-849E-231664AACA48}" srcId="{8B0E3916-9A91-46E6-9816-CE5D1E7CFD24}" destId="{9CC87B76-8A93-46AD-9365-E5FAC07D6A68}" srcOrd="1" destOrd="0" parTransId="{0E91D4DD-1194-44A1-AD6C-099AF959C426}" sibTransId="{EC031C55-0FBE-478C-9F6C-6D8E0DCD75D3}"/>
    <dgm:cxn modelId="{A3FE4CB1-6A05-40F5-880B-DECE85365511}" type="presOf" srcId="{8B0E3916-9A91-46E6-9816-CE5D1E7CFD24}" destId="{775199B8-2D13-460A-9109-A13A36BFB8CC}" srcOrd="0" destOrd="0" presId="urn:microsoft.com/office/officeart/2018/2/layout/IconLabelDescriptionList"/>
    <dgm:cxn modelId="{46D102C7-83D1-4B7D-8E76-ED8E095B551F}" type="presOf" srcId="{9CC87B76-8A93-46AD-9365-E5FAC07D6A68}" destId="{329AE279-FAD8-43CB-8926-F847715CB1D3}" srcOrd="0" destOrd="0" presId="urn:microsoft.com/office/officeart/2018/2/layout/IconLabelDescriptionList"/>
    <dgm:cxn modelId="{1D12DAE8-7323-4396-B25B-8982FF102CF5}" srcId="{BFFF89BB-9D11-4DDB-B90C-6E0D52B628E2}" destId="{E64A76DB-18CD-4F68-B561-AB751C531D78}" srcOrd="2" destOrd="0" parTransId="{993C7012-85A8-4A21-909E-4FC4870FFBE9}" sibTransId="{9069F2A8-30A4-4FC0-9BD1-E1DBCD75FC9D}"/>
    <dgm:cxn modelId="{84C934F1-2FF3-4D54-8D18-441F23E56739}" type="presOf" srcId="{BFFF89BB-9D11-4DDB-B90C-6E0D52B628E2}" destId="{FA5D712F-9CEF-42B5-8C45-F9BFF895FBB1}" srcOrd="0" destOrd="0" presId="urn:microsoft.com/office/officeart/2018/2/layout/IconLabelDescriptionList"/>
    <dgm:cxn modelId="{5BAECEF7-DB1C-45E8-AD48-F83919BF1FEE}" type="presOf" srcId="{50F0D0F1-8C4D-4A84-ADFD-857946DE70BB}" destId="{A0D1DB4B-E27F-44ED-8C36-537297AD4B9D}" srcOrd="0" destOrd="0" presId="urn:microsoft.com/office/officeart/2018/2/layout/IconLabelDescriptionList"/>
    <dgm:cxn modelId="{8C20BD7D-30E9-42EF-B579-DC7FD4C288BB}" type="presParOf" srcId="{775199B8-2D13-460A-9109-A13A36BFB8CC}" destId="{6431AC07-5B66-46E6-BED8-4C4DED1A6812}" srcOrd="0" destOrd="0" presId="urn:microsoft.com/office/officeart/2018/2/layout/IconLabelDescriptionList"/>
    <dgm:cxn modelId="{3F301521-5355-4367-9BE0-4D08F0F6C8F8}" type="presParOf" srcId="{6431AC07-5B66-46E6-BED8-4C4DED1A6812}" destId="{218FF478-C0D2-49EE-8D61-4C75A9F95F84}" srcOrd="0" destOrd="0" presId="urn:microsoft.com/office/officeart/2018/2/layout/IconLabelDescriptionList"/>
    <dgm:cxn modelId="{B53CCE22-F97E-4230-AC20-76E9C7C0A0A7}" type="presParOf" srcId="{6431AC07-5B66-46E6-BED8-4C4DED1A6812}" destId="{CC8A2DA6-4BEF-4C78-AD56-668134B74BFB}" srcOrd="1" destOrd="0" presId="urn:microsoft.com/office/officeart/2018/2/layout/IconLabelDescriptionList"/>
    <dgm:cxn modelId="{E248AAF5-95AC-4ADF-9DAC-97B2326B7276}" type="presParOf" srcId="{6431AC07-5B66-46E6-BED8-4C4DED1A6812}" destId="{FA5D712F-9CEF-42B5-8C45-F9BFF895FBB1}" srcOrd="2" destOrd="0" presId="urn:microsoft.com/office/officeart/2018/2/layout/IconLabelDescriptionList"/>
    <dgm:cxn modelId="{7A7D4DC3-6EB6-4F9C-AB2A-18A16D7E3F73}" type="presParOf" srcId="{6431AC07-5B66-46E6-BED8-4C4DED1A6812}" destId="{EF3B2387-1539-41AA-853A-F8DC65F84F6C}" srcOrd="3" destOrd="0" presId="urn:microsoft.com/office/officeart/2018/2/layout/IconLabelDescriptionList"/>
    <dgm:cxn modelId="{C649EDB4-ABD8-4DE6-B29A-0E5A97A4DAD7}" type="presParOf" srcId="{6431AC07-5B66-46E6-BED8-4C4DED1A6812}" destId="{6F25BB51-1F57-40CF-9CCD-F7CD1F5B33A8}" srcOrd="4" destOrd="0" presId="urn:microsoft.com/office/officeart/2018/2/layout/IconLabelDescriptionList"/>
    <dgm:cxn modelId="{13BC3011-E690-4C59-BB3F-F9CBF4C23212}" type="presParOf" srcId="{775199B8-2D13-460A-9109-A13A36BFB8CC}" destId="{DBA980FB-64DD-4660-B7F7-0FB220B1E604}" srcOrd="1" destOrd="0" presId="urn:microsoft.com/office/officeart/2018/2/layout/IconLabelDescriptionList"/>
    <dgm:cxn modelId="{7B71DF02-F9DF-408E-AB48-1E59BEAC73E7}" type="presParOf" srcId="{775199B8-2D13-460A-9109-A13A36BFB8CC}" destId="{1F909900-0D1D-4820-9E1E-2BE72620EC1E}" srcOrd="2" destOrd="0" presId="urn:microsoft.com/office/officeart/2018/2/layout/IconLabelDescriptionList"/>
    <dgm:cxn modelId="{0CF56A55-EDC7-4B71-B992-DCAC3DCE9635}" type="presParOf" srcId="{1F909900-0D1D-4820-9E1E-2BE72620EC1E}" destId="{8CEBA146-4F0F-4AC2-937E-2370D8A05BAC}" srcOrd="0" destOrd="0" presId="urn:microsoft.com/office/officeart/2018/2/layout/IconLabelDescriptionList"/>
    <dgm:cxn modelId="{9E3BA98F-43FE-4A69-848B-5636813EFC30}" type="presParOf" srcId="{1F909900-0D1D-4820-9E1E-2BE72620EC1E}" destId="{3DDF3427-E2D5-4288-9726-62A892E56DCA}" srcOrd="1" destOrd="0" presId="urn:microsoft.com/office/officeart/2018/2/layout/IconLabelDescriptionList"/>
    <dgm:cxn modelId="{6AF21AED-563E-491A-8DDE-1C51B3F0ED9A}" type="presParOf" srcId="{1F909900-0D1D-4820-9E1E-2BE72620EC1E}" destId="{329AE279-FAD8-43CB-8926-F847715CB1D3}" srcOrd="2" destOrd="0" presId="urn:microsoft.com/office/officeart/2018/2/layout/IconLabelDescriptionList"/>
    <dgm:cxn modelId="{CD2F333F-9E80-437E-96A5-0E69CEBD302A}" type="presParOf" srcId="{1F909900-0D1D-4820-9E1E-2BE72620EC1E}" destId="{239B140A-1C9C-43B6-8D3F-BEA13AFE3C9E}" srcOrd="3" destOrd="0" presId="urn:microsoft.com/office/officeart/2018/2/layout/IconLabelDescriptionList"/>
    <dgm:cxn modelId="{B5D26C86-F7D6-4168-91E0-6DE840D9B58B}" type="presParOf" srcId="{1F909900-0D1D-4820-9E1E-2BE72620EC1E}" destId="{A0D1DB4B-E27F-44ED-8C36-537297AD4B9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67F9AE-246E-4F45-B024-16025F664153}">
      <dsp:nvSpPr>
        <dsp:cNvPr id="0" name=""/>
        <dsp:cNvSpPr/>
      </dsp:nvSpPr>
      <dsp:spPr>
        <a:xfrm>
          <a:off x="0" y="0"/>
          <a:ext cx="6324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627C27-E07D-4A42-9CC8-37AF2C24261C}">
      <dsp:nvSpPr>
        <dsp:cNvPr id="0" name=""/>
        <dsp:cNvSpPr/>
      </dsp:nvSpPr>
      <dsp:spPr>
        <a:xfrm>
          <a:off x="0" y="0"/>
          <a:ext cx="6324600" cy="1409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EBS Elaboration</a:t>
          </a:r>
        </a:p>
      </dsp:txBody>
      <dsp:txXfrm>
        <a:off x="0" y="0"/>
        <a:ext cx="6324600" cy="1409699"/>
      </dsp:txXfrm>
    </dsp:sp>
    <dsp:sp modelId="{D226488F-B70D-CF43-8EAB-C9202351C97E}">
      <dsp:nvSpPr>
        <dsp:cNvPr id="0" name=""/>
        <dsp:cNvSpPr/>
      </dsp:nvSpPr>
      <dsp:spPr>
        <a:xfrm>
          <a:off x="0" y="1409699"/>
          <a:ext cx="6324600" cy="0"/>
        </a:xfrm>
        <a:prstGeom prst="line">
          <a:avLst/>
        </a:prstGeom>
        <a:solidFill>
          <a:schemeClr val="accent5">
            <a:hueOff val="787450"/>
            <a:satOff val="42288"/>
            <a:lumOff val="-15294"/>
            <a:alphaOff val="0"/>
          </a:schemeClr>
        </a:solidFill>
        <a:ln w="12700" cap="flat" cmpd="sng" algn="ctr">
          <a:solidFill>
            <a:schemeClr val="accent5">
              <a:hueOff val="787450"/>
              <a:satOff val="42288"/>
              <a:lumOff val="-1529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716C3B-AF19-FA45-B549-D8824DB2BBB1}">
      <dsp:nvSpPr>
        <dsp:cNvPr id="0" name=""/>
        <dsp:cNvSpPr/>
      </dsp:nvSpPr>
      <dsp:spPr>
        <a:xfrm>
          <a:off x="0" y="1409699"/>
          <a:ext cx="6324600" cy="1409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Linux Basics</a:t>
          </a:r>
        </a:p>
      </dsp:txBody>
      <dsp:txXfrm>
        <a:off x="0" y="1409699"/>
        <a:ext cx="6324600" cy="14096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EDB973-F301-4B47-B6EC-A7828E3B8B87}">
      <dsp:nvSpPr>
        <dsp:cNvPr id="0" name=""/>
        <dsp:cNvSpPr/>
      </dsp:nvSpPr>
      <dsp:spPr>
        <a:xfrm>
          <a:off x="0" y="3341354"/>
          <a:ext cx="1725128" cy="219229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691" tIns="199136" rIns="122691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To use snapshots</a:t>
          </a:r>
          <a:endParaRPr lang="en-CA" sz="2800" kern="1200"/>
        </a:p>
      </dsp:txBody>
      <dsp:txXfrm>
        <a:off x="0" y="3341354"/>
        <a:ext cx="1725128" cy="2192290"/>
      </dsp:txXfrm>
    </dsp:sp>
    <dsp:sp modelId="{C8FC8A9D-4072-7141-B068-793E91079A54}">
      <dsp:nvSpPr>
        <dsp:cNvPr id="0" name=""/>
        <dsp:cNvSpPr/>
      </dsp:nvSpPr>
      <dsp:spPr>
        <a:xfrm>
          <a:off x="1725128" y="3341354"/>
          <a:ext cx="5175384" cy="219229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81" tIns="304800" rIns="104981" bIns="30480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Create volume from snapshot</a:t>
          </a:r>
          <a:endParaRPr lang="en-CA" sz="2400" kern="1200"/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Create image from snapshot</a:t>
          </a:r>
          <a:endParaRPr lang="en-CA" sz="2400" kern="1200"/>
        </a:p>
      </dsp:txBody>
      <dsp:txXfrm>
        <a:off x="1725128" y="3341354"/>
        <a:ext cx="5175384" cy="2192290"/>
      </dsp:txXfrm>
    </dsp:sp>
    <dsp:sp modelId="{B8AF5133-62FB-5D49-81F7-B52E51E90398}">
      <dsp:nvSpPr>
        <dsp:cNvPr id="0" name=""/>
        <dsp:cNvSpPr/>
      </dsp:nvSpPr>
      <dsp:spPr>
        <a:xfrm rot="10800000">
          <a:off x="0" y="2496"/>
          <a:ext cx="1725128" cy="337174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787450"/>
            <a:satOff val="42288"/>
            <a:lumOff val="-15294"/>
            <a:alphaOff val="0"/>
          </a:schemeClr>
        </a:solidFill>
        <a:ln w="12700" cap="flat" cmpd="sng" algn="ctr">
          <a:solidFill>
            <a:schemeClr val="accent5">
              <a:hueOff val="787450"/>
              <a:satOff val="42288"/>
              <a:lumOff val="-1529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691" tIns="199136" rIns="122691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To create snapshots</a:t>
          </a:r>
          <a:endParaRPr lang="en-CA" sz="2800" kern="1200"/>
        </a:p>
      </dsp:txBody>
      <dsp:txXfrm rot="-10800000">
        <a:off x="0" y="2496"/>
        <a:ext cx="1725128" cy="2191632"/>
      </dsp:txXfrm>
    </dsp:sp>
    <dsp:sp modelId="{8E935120-C3B4-DF4F-BC52-1D33DF435B4E}">
      <dsp:nvSpPr>
        <dsp:cNvPr id="0" name=""/>
        <dsp:cNvSpPr/>
      </dsp:nvSpPr>
      <dsp:spPr>
        <a:xfrm>
          <a:off x="1725128" y="2496"/>
          <a:ext cx="5175384" cy="2191632"/>
        </a:xfrm>
        <a:prstGeom prst="rect">
          <a:avLst/>
        </a:prstGeom>
        <a:solidFill>
          <a:schemeClr val="accent5">
            <a:tint val="40000"/>
            <a:alpha val="90000"/>
            <a:hueOff val="1337237"/>
            <a:satOff val="22070"/>
            <a:lumOff val="-1425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1337237"/>
              <a:satOff val="22070"/>
              <a:lumOff val="-14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81" tIns="304800" rIns="104981" bIns="30480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Create snapshot on a volume</a:t>
          </a:r>
          <a:endParaRPr lang="en-CA" sz="2400" kern="1200"/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Create snapshot on an instance</a:t>
          </a:r>
          <a:endParaRPr lang="en-CA" sz="2400" kern="1200"/>
        </a:p>
      </dsp:txBody>
      <dsp:txXfrm>
        <a:off x="1725128" y="2496"/>
        <a:ext cx="5175384" cy="21916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FAD591-D6AB-49D4-AD85-FD94871E5D74}">
      <dsp:nvSpPr>
        <dsp:cNvPr id="0" name=""/>
        <dsp:cNvSpPr/>
      </dsp:nvSpPr>
      <dsp:spPr>
        <a:xfrm>
          <a:off x="397428" y="970101"/>
          <a:ext cx="644677" cy="6446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9A8A22-5FD2-4D25-9FA3-1EAD901C8421}">
      <dsp:nvSpPr>
        <dsp:cNvPr id="0" name=""/>
        <dsp:cNvSpPr/>
      </dsp:nvSpPr>
      <dsp:spPr>
        <a:xfrm>
          <a:off x="3458" y="1874156"/>
          <a:ext cx="1432617" cy="57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Risk reduction</a:t>
          </a:r>
          <a:endParaRPr lang="en-US" sz="1200" kern="1200"/>
        </a:p>
      </dsp:txBody>
      <dsp:txXfrm>
        <a:off x="3458" y="1874156"/>
        <a:ext cx="1432617" cy="573046"/>
      </dsp:txXfrm>
    </dsp:sp>
    <dsp:sp modelId="{AF69C6EC-6217-4688-8FA7-B0EFD714A3BF}">
      <dsp:nvSpPr>
        <dsp:cNvPr id="0" name=""/>
        <dsp:cNvSpPr/>
      </dsp:nvSpPr>
      <dsp:spPr>
        <a:xfrm>
          <a:off x="2080753" y="970101"/>
          <a:ext cx="644677" cy="6446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02CBCE-C109-4944-960B-A5B1F00E488F}">
      <dsp:nvSpPr>
        <dsp:cNvPr id="0" name=""/>
        <dsp:cNvSpPr/>
      </dsp:nvSpPr>
      <dsp:spPr>
        <a:xfrm>
          <a:off x="1686783" y="1874156"/>
          <a:ext cx="1432617" cy="57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Meeting business needs</a:t>
          </a:r>
          <a:endParaRPr lang="en-US" sz="1200" kern="1200"/>
        </a:p>
      </dsp:txBody>
      <dsp:txXfrm>
        <a:off x="1686783" y="1874156"/>
        <a:ext cx="1432617" cy="573046"/>
      </dsp:txXfrm>
    </dsp:sp>
    <dsp:sp modelId="{B535D7F4-4713-4BE7-B6B3-A67573563D8F}">
      <dsp:nvSpPr>
        <dsp:cNvPr id="0" name=""/>
        <dsp:cNvSpPr/>
      </dsp:nvSpPr>
      <dsp:spPr>
        <a:xfrm>
          <a:off x="3764078" y="970101"/>
          <a:ext cx="644677" cy="64467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2B260F-398F-4E55-8128-45D18A3C597C}">
      <dsp:nvSpPr>
        <dsp:cNvPr id="0" name=""/>
        <dsp:cNvSpPr/>
      </dsp:nvSpPr>
      <dsp:spPr>
        <a:xfrm>
          <a:off x="3370109" y="1874156"/>
          <a:ext cx="1432617" cy="57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Stability and security</a:t>
          </a:r>
          <a:endParaRPr lang="en-US" sz="1200" kern="1200"/>
        </a:p>
      </dsp:txBody>
      <dsp:txXfrm>
        <a:off x="3370109" y="1874156"/>
        <a:ext cx="1432617" cy="573046"/>
      </dsp:txXfrm>
    </dsp:sp>
    <dsp:sp modelId="{B29AEF13-FCD8-46D9-8A79-73039104DFB3}">
      <dsp:nvSpPr>
        <dsp:cNvPr id="0" name=""/>
        <dsp:cNvSpPr/>
      </dsp:nvSpPr>
      <dsp:spPr>
        <a:xfrm>
          <a:off x="5447403" y="970101"/>
          <a:ext cx="644677" cy="64467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834C8D-C0DE-4952-9A98-B3F4F4E1BB89}">
      <dsp:nvSpPr>
        <dsp:cNvPr id="0" name=""/>
        <dsp:cNvSpPr/>
      </dsp:nvSpPr>
      <dsp:spPr>
        <a:xfrm>
          <a:off x="5053434" y="1874156"/>
          <a:ext cx="1432617" cy="57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Flexibility for different hardware platforms</a:t>
          </a:r>
          <a:endParaRPr lang="en-US" sz="1200" kern="1200"/>
        </a:p>
      </dsp:txBody>
      <dsp:txXfrm>
        <a:off x="5053434" y="1874156"/>
        <a:ext cx="1432617" cy="573046"/>
      </dsp:txXfrm>
    </dsp:sp>
    <dsp:sp modelId="{35DC45E8-2E47-453F-83A6-A51DE7C6D527}">
      <dsp:nvSpPr>
        <dsp:cNvPr id="0" name=""/>
        <dsp:cNvSpPr/>
      </dsp:nvSpPr>
      <dsp:spPr>
        <a:xfrm>
          <a:off x="1239090" y="2805357"/>
          <a:ext cx="644677" cy="64467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62BECA-2560-4A0F-8E8F-A1C4933FDAEE}">
      <dsp:nvSpPr>
        <dsp:cNvPr id="0" name=""/>
        <dsp:cNvSpPr/>
      </dsp:nvSpPr>
      <dsp:spPr>
        <a:xfrm>
          <a:off x="845121" y="3709412"/>
          <a:ext cx="1432617" cy="57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Ease of customization</a:t>
          </a:r>
          <a:endParaRPr lang="en-US" sz="1200" kern="1200"/>
        </a:p>
      </dsp:txBody>
      <dsp:txXfrm>
        <a:off x="845121" y="3709412"/>
        <a:ext cx="1432617" cy="573046"/>
      </dsp:txXfrm>
    </dsp:sp>
    <dsp:sp modelId="{0A954302-025F-45BA-BEE3-6D1BD04BA16C}">
      <dsp:nvSpPr>
        <dsp:cNvPr id="0" name=""/>
        <dsp:cNvSpPr/>
      </dsp:nvSpPr>
      <dsp:spPr>
        <a:xfrm>
          <a:off x="2922416" y="2805357"/>
          <a:ext cx="644677" cy="64467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CBA07E-C208-4FCC-B82D-77CD491DC099}">
      <dsp:nvSpPr>
        <dsp:cNvPr id="0" name=""/>
        <dsp:cNvSpPr/>
      </dsp:nvSpPr>
      <dsp:spPr>
        <a:xfrm>
          <a:off x="2528446" y="3709412"/>
          <a:ext cx="1432617" cy="57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Ease of obtaining support</a:t>
          </a:r>
          <a:endParaRPr lang="en-US" sz="1200" kern="1200"/>
        </a:p>
      </dsp:txBody>
      <dsp:txXfrm>
        <a:off x="2528446" y="3709412"/>
        <a:ext cx="1432617" cy="573046"/>
      </dsp:txXfrm>
    </dsp:sp>
    <dsp:sp modelId="{29A2A3C8-2473-4F48-92B5-2E710FFE4FD7}">
      <dsp:nvSpPr>
        <dsp:cNvPr id="0" name=""/>
        <dsp:cNvSpPr/>
      </dsp:nvSpPr>
      <dsp:spPr>
        <a:xfrm>
          <a:off x="4605741" y="2805357"/>
          <a:ext cx="644677" cy="644677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67B098-D9FA-460D-A778-392FDC15BCC4}">
      <dsp:nvSpPr>
        <dsp:cNvPr id="0" name=""/>
        <dsp:cNvSpPr/>
      </dsp:nvSpPr>
      <dsp:spPr>
        <a:xfrm>
          <a:off x="4211771" y="3709412"/>
          <a:ext cx="1432617" cy="57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Cost reduction</a:t>
          </a:r>
          <a:endParaRPr lang="en-US" sz="1200" kern="1200"/>
        </a:p>
      </dsp:txBody>
      <dsp:txXfrm>
        <a:off x="4211771" y="3709412"/>
        <a:ext cx="1432617" cy="5730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A61E71-218A-624B-8574-C03475FF5EDA}">
      <dsp:nvSpPr>
        <dsp:cNvPr id="0" name=""/>
        <dsp:cNvSpPr/>
      </dsp:nvSpPr>
      <dsp:spPr>
        <a:xfrm>
          <a:off x="0" y="496994"/>
          <a:ext cx="6894786" cy="1304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112" tIns="374904" rIns="535112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/>
            <a:t>Companies have to spend millions for licenses for ever individual windows computer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/>
            <a:t>For Linux companies don’t have to spend anything</a:t>
          </a:r>
          <a:endParaRPr lang="en-US" sz="1800" kern="1200"/>
        </a:p>
      </dsp:txBody>
      <dsp:txXfrm>
        <a:off x="0" y="496994"/>
        <a:ext cx="6894786" cy="1304100"/>
      </dsp:txXfrm>
    </dsp:sp>
    <dsp:sp modelId="{59D6C35F-2474-4748-B351-E7CFAE3B7998}">
      <dsp:nvSpPr>
        <dsp:cNvPr id="0" name=""/>
        <dsp:cNvSpPr/>
      </dsp:nvSpPr>
      <dsp:spPr>
        <a:xfrm>
          <a:off x="344739" y="231314"/>
          <a:ext cx="4826350" cy="5313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425" tIns="0" rIns="18242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/>
            <a:t>Financial Differences (Cost for Businesses)</a:t>
          </a:r>
          <a:endParaRPr lang="en-US" sz="1800" kern="1200"/>
        </a:p>
      </dsp:txBody>
      <dsp:txXfrm>
        <a:off x="370678" y="257253"/>
        <a:ext cx="4774472" cy="479482"/>
      </dsp:txXfrm>
    </dsp:sp>
    <dsp:sp modelId="{B152065E-1BC3-314C-90DF-7D7F571D99C1}">
      <dsp:nvSpPr>
        <dsp:cNvPr id="0" name=""/>
        <dsp:cNvSpPr/>
      </dsp:nvSpPr>
      <dsp:spPr>
        <a:xfrm>
          <a:off x="0" y="2163974"/>
          <a:ext cx="6894786" cy="2154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112" tIns="374904" rIns="535112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/>
            <a:t>Keeping up to date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 dirty="0"/>
            <a:t>Compatibility: Linux is Backward Compatible unlike Windows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/>
            <a:t>Features Provided (Both support Dynamic Caching and both have multi-user support)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/>
            <a:t>Application differences (No commercial word processor for Linux)</a:t>
          </a:r>
          <a:endParaRPr lang="en-US" sz="1800" kern="1200"/>
        </a:p>
      </dsp:txBody>
      <dsp:txXfrm>
        <a:off x="0" y="2163974"/>
        <a:ext cx="6894786" cy="2154600"/>
      </dsp:txXfrm>
    </dsp:sp>
    <dsp:sp modelId="{14552903-B6A5-A940-8890-CA50616E7358}">
      <dsp:nvSpPr>
        <dsp:cNvPr id="0" name=""/>
        <dsp:cNvSpPr/>
      </dsp:nvSpPr>
      <dsp:spPr>
        <a:xfrm>
          <a:off x="344739" y="1898294"/>
          <a:ext cx="4826350" cy="5313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425" tIns="0" rIns="18242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/>
            <a:t>Technical Differences</a:t>
          </a:r>
          <a:endParaRPr lang="en-US" sz="1800" kern="1200"/>
        </a:p>
      </dsp:txBody>
      <dsp:txXfrm>
        <a:off x="370678" y="1924233"/>
        <a:ext cx="4774472" cy="479482"/>
      </dsp:txXfrm>
    </dsp:sp>
    <dsp:sp modelId="{6265217A-FA37-AA40-8477-09E326AAABE3}">
      <dsp:nvSpPr>
        <dsp:cNvPr id="0" name=""/>
        <dsp:cNvSpPr/>
      </dsp:nvSpPr>
      <dsp:spPr>
        <a:xfrm>
          <a:off x="0" y="4681454"/>
          <a:ext cx="6894786" cy="765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112" tIns="374904" rIns="535112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/>
            <a:t>System Administration</a:t>
          </a:r>
          <a:endParaRPr lang="en-US" sz="1800" kern="1200"/>
        </a:p>
      </dsp:txBody>
      <dsp:txXfrm>
        <a:off x="0" y="4681454"/>
        <a:ext cx="6894786" cy="765450"/>
      </dsp:txXfrm>
    </dsp:sp>
    <dsp:sp modelId="{DE7C2CE4-19B2-9A46-B57B-4C9B87C77DB6}">
      <dsp:nvSpPr>
        <dsp:cNvPr id="0" name=""/>
        <dsp:cNvSpPr/>
      </dsp:nvSpPr>
      <dsp:spPr>
        <a:xfrm>
          <a:off x="344739" y="4415774"/>
          <a:ext cx="4826350" cy="5313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425" tIns="0" rIns="18242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/>
            <a:t>End-User Difference</a:t>
          </a:r>
          <a:endParaRPr lang="en-US" sz="1800" kern="1200"/>
        </a:p>
      </dsp:txBody>
      <dsp:txXfrm>
        <a:off x="370678" y="4441713"/>
        <a:ext cx="4774472" cy="47948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8FF478-C0D2-49EE-8D61-4C75A9F95F84}">
      <dsp:nvSpPr>
        <dsp:cNvPr id="0" name=""/>
        <dsp:cNvSpPr/>
      </dsp:nvSpPr>
      <dsp:spPr>
        <a:xfrm>
          <a:off x="112808" y="0"/>
          <a:ext cx="1509048" cy="14497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5D712F-9CEF-42B5-8C45-F9BFF895FBB1}">
      <dsp:nvSpPr>
        <dsp:cNvPr id="0" name=""/>
        <dsp:cNvSpPr/>
      </dsp:nvSpPr>
      <dsp:spPr>
        <a:xfrm>
          <a:off x="112808" y="1582932"/>
          <a:ext cx="4311566" cy="621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mount </a:t>
          </a:r>
        </a:p>
      </dsp:txBody>
      <dsp:txXfrm>
        <a:off x="112808" y="1582932"/>
        <a:ext cx="4311566" cy="621339"/>
      </dsp:txXfrm>
    </dsp:sp>
    <dsp:sp modelId="{6F25BB51-1F57-40CF-9CCD-F7CD1F5B33A8}">
      <dsp:nvSpPr>
        <dsp:cNvPr id="0" name=""/>
        <dsp:cNvSpPr/>
      </dsp:nvSpPr>
      <dsp:spPr>
        <a:xfrm>
          <a:off x="112808" y="2266198"/>
          <a:ext cx="4311566" cy="95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add a device file to Linux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Command:	mount [file] [destination]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Example:	mount  /dev/xvdf   /fileserver</a:t>
          </a:r>
        </a:p>
      </dsp:txBody>
      <dsp:txXfrm>
        <a:off x="112808" y="2266198"/>
        <a:ext cx="4311566" cy="959803"/>
      </dsp:txXfrm>
    </dsp:sp>
    <dsp:sp modelId="{8CEBA146-4F0F-4AC2-937E-2370D8A05BAC}">
      <dsp:nvSpPr>
        <dsp:cNvPr id="0" name=""/>
        <dsp:cNvSpPr/>
      </dsp:nvSpPr>
      <dsp:spPr>
        <a:xfrm>
          <a:off x="5178899" y="0"/>
          <a:ext cx="1509048" cy="14497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9AE279-FAD8-43CB-8926-F847715CB1D3}">
      <dsp:nvSpPr>
        <dsp:cNvPr id="0" name=""/>
        <dsp:cNvSpPr/>
      </dsp:nvSpPr>
      <dsp:spPr>
        <a:xfrm>
          <a:off x="5178899" y="1582932"/>
          <a:ext cx="4311566" cy="621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Umount</a:t>
          </a:r>
        </a:p>
      </dsp:txBody>
      <dsp:txXfrm>
        <a:off x="5178899" y="1582932"/>
        <a:ext cx="4311566" cy="621339"/>
      </dsp:txXfrm>
    </dsp:sp>
    <dsp:sp modelId="{A0D1DB4B-E27F-44ED-8C36-537297AD4B9D}">
      <dsp:nvSpPr>
        <dsp:cNvPr id="0" name=""/>
        <dsp:cNvSpPr/>
      </dsp:nvSpPr>
      <dsp:spPr>
        <a:xfrm>
          <a:off x="5178899" y="2266198"/>
          <a:ext cx="4311566" cy="95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remove a device file from Linux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Command: 	umount [location]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Example:	umount  /dev/xvdf </a:t>
          </a:r>
        </a:p>
      </dsp:txBody>
      <dsp:txXfrm>
        <a:off x="5178899" y="2266198"/>
        <a:ext cx="4311566" cy="9598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4C8B85-23FD-614C-A0D2-ED736057E8FE}" type="datetimeFigureOut">
              <a:rPr lang="en-US" smtClean="0"/>
              <a:t>2/3/25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1FBCB3-82F6-8044-A1D1-19D4E210A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238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>
            <a:extLst>
              <a:ext uri="{FF2B5EF4-FFF2-40B4-BE49-F238E27FC236}">
                <a16:creationId xmlns:a16="http://schemas.microsoft.com/office/drawing/2014/main" id="{77406442-6177-364D-A828-CA6955D237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>
            <a:extLst>
              <a:ext uri="{FF2B5EF4-FFF2-40B4-BE49-F238E27FC236}">
                <a16:creationId xmlns:a16="http://schemas.microsoft.com/office/drawing/2014/main" id="{17B42D76-6207-CB49-A1BF-D2B432854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E0A36E64-C2D2-2849-B15E-29C91CD07A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7E008CD-A0CC-5147-AB8F-5EE2FCBBA9C1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CA" sz="1200" b="1" dirty="0"/>
              <a:t>Kernel</a:t>
            </a:r>
            <a:r>
              <a:rPr lang="en-CA" sz="1200" dirty="0"/>
              <a:t>: The kernel is the heart of the operating system. It interacts with hardware and most of the tasks (Memory management, Process management, Device Drivers, System call and security)(Kernel Version: Major number, Minor number, Revision number).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sz="1200" b="1" dirty="0"/>
              <a:t>Shell: </a:t>
            </a:r>
            <a:r>
              <a:rPr lang="en-CA" sz="1200" dirty="0"/>
              <a:t>The shell is the utility that processes your requests. When you type in a command at your terminal, the shell interprets the command and calls the program that you want.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sz="1200" b="1" dirty="0"/>
              <a:t>Commands and Utilities</a:t>
            </a:r>
            <a:r>
              <a:rPr lang="en-CA" sz="1200" dirty="0"/>
              <a:t>: There are various command and utilities which you would use in your day to day activities. cp, mv, cat and grep.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sz="1200" b="1" dirty="0"/>
              <a:t>Files and Directories</a:t>
            </a:r>
            <a:r>
              <a:rPr lang="en-CA" sz="1200" dirty="0"/>
              <a:t>: All data in UNIX is organized into files. All files are organized into directories. These directories are organized into a tree-like structure called the file system.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A83D95-0055-C94E-ABD3-F87DF13B5DF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209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1FBCB3-82F6-8044-A1D1-19D4E210A5D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79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049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227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741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2/3/25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8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2/3/25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712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2/3/25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10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624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5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922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688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E52AF1-8391-6547-A3ED-90C023A5BEAB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588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2.pn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openxmlformats.org/officeDocument/2006/relationships/image" Target="../media/image4.png"/><Relationship Id="rId10" Type="http://schemas.microsoft.com/office/2007/relationships/diagramDrawing" Target="../diagrams/drawing1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f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9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DDD0F8-3256-4445-9D59-B5CEE070DA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49E5AA-B22B-5540-9FA7-312F5150F9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2" y="3091928"/>
            <a:ext cx="9690917" cy="2387600"/>
          </a:xfrm>
        </p:spPr>
        <p:txBody>
          <a:bodyPr>
            <a:normAutofit/>
          </a:bodyPr>
          <a:lstStyle/>
          <a:p>
            <a:pPr algn="l"/>
            <a:r>
              <a:rPr lang="en-US" sz="6600" dirty="0"/>
              <a:t>COMP 3962 </a:t>
            </a:r>
            <a:br>
              <a:rPr lang="en-US" sz="6600" dirty="0"/>
            </a:br>
            <a:r>
              <a:rPr lang="en-US" sz="6600" dirty="0"/>
              <a:t>Cloud Computing Platforms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3FDC3C-236E-8048-A325-CEEA5950B9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553" y="5624945"/>
            <a:ext cx="9078562" cy="592975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Lab 5 </a:t>
            </a:r>
          </a:p>
        </p:txBody>
      </p:sp>
    </p:spTree>
    <p:extLst>
      <p:ext uri="{BB962C8B-B14F-4D97-AF65-F5344CB8AC3E}">
        <p14:creationId xmlns:p14="http://schemas.microsoft.com/office/powerpoint/2010/main" val="4208296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06" name="Rectangle 80">
            <a:extLst>
              <a:ext uri="{FF2B5EF4-FFF2-40B4-BE49-F238E27FC236}">
                <a16:creationId xmlns:a16="http://schemas.microsoft.com/office/drawing/2014/main" id="{EFF8DD6B-E2E6-4D3E-972B-A1131F4CE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494" name="Rectangle 8">
            <a:extLst>
              <a:ext uri="{FF2B5EF4-FFF2-40B4-BE49-F238E27FC236}">
                <a16:creationId xmlns:a16="http://schemas.microsoft.com/office/drawing/2014/main" id="{EB517CD8-3106-ED4C-A782-6EF858C5BB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14579" y="629266"/>
            <a:ext cx="6422849" cy="167660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dirty="0"/>
              <a:t>Agenda</a:t>
            </a:r>
          </a:p>
        </p:txBody>
      </p:sp>
      <p:sp>
        <p:nvSpPr>
          <p:cNvPr id="63507" name="Rectangle 82">
            <a:extLst>
              <a:ext uri="{FF2B5EF4-FFF2-40B4-BE49-F238E27FC236}">
                <a16:creationId xmlns:a16="http://schemas.microsoft.com/office/drawing/2014/main" id="{8E20FA99-AAAC-4AF3-9FAE-707420324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508" name="Rounded Rectangle 9">
            <a:extLst>
              <a:ext uri="{FF2B5EF4-FFF2-40B4-BE49-F238E27FC236}">
                <a16:creationId xmlns:a16="http://schemas.microsoft.com/office/drawing/2014/main" id="{9573BE85-6043-4C3A-A7DD-483A0A5FB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632" y="559407"/>
            <a:ext cx="3666744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490" name="Rectangle 4" hidden="1">
            <a:extLst>
              <a:ext uri="{FF2B5EF4-FFF2-40B4-BE49-F238E27FC236}">
                <a16:creationId xmlns:a16="http://schemas.microsoft.com/office/drawing/2014/main" id="{77FFA9DD-7814-5348-8837-6C0ED7F8F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7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pic>
        <p:nvPicPr>
          <p:cNvPr id="63491" name="Picture 5" hidden="1">
            <a:extLst>
              <a:ext uri="{FF2B5EF4-FFF2-40B4-BE49-F238E27FC236}">
                <a16:creationId xmlns:a16="http://schemas.microsoft.com/office/drawing/2014/main" id="{45D4F344-2BA0-814D-BAA5-CEBC38D6F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28800" y="163513"/>
            <a:ext cx="144780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2" name="Rectangle 6" hidden="1">
            <a:extLst>
              <a:ext uri="{FF2B5EF4-FFF2-40B4-BE49-F238E27FC236}">
                <a16:creationId xmlns:a16="http://schemas.microsoft.com/office/drawing/2014/main" id="{A998052F-87AF-6F4B-B4AF-8100D0327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6400800"/>
            <a:ext cx="2057400" cy="4572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pic>
        <p:nvPicPr>
          <p:cNvPr id="63493" name="Picture 7" hidden="1">
            <a:extLst>
              <a:ext uri="{FF2B5EF4-FFF2-40B4-BE49-F238E27FC236}">
                <a16:creationId xmlns:a16="http://schemas.microsoft.com/office/drawing/2014/main" id="{06DC5D6F-74B9-6A45-8A12-0CD5B64DE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05000" y="6464300"/>
            <a:ext cx="12954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C570021-DF91-D94F-ACD7-BCD4913257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820" y="1073150"/>
            <a:ext cx="3306367" cy="4711700"/>
          </a:xfrm>
          <a:prstGeom prst="rect">
            <a:avLst/>
          </a:prstGeom>
        </p:spPr>
      </p:pic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A9D195B1-F9FC-C44A-8629-D819F3BC8B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7122047"/>
              </p:ext>
            </p:extLst>
          </p:nvPr>
        </p:nvGraphicFramePr>
        <p:xfrm>
          <a:off x="5058515" y="2965450"/>
          <a:ext cx="6324600" cy="2819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39E104-2C8B-C54F-B6A3-77CD198C6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082" y="2513692"/>
            <a:ext cx="7686195" cy="3727802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F9E3621-5E3B-D44F-A3D6-99AF62FD9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899" y="924340"/>
            <a:ext cx="7401786" cy="166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308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89BD3-7E20-BE49-AEB8-3960D925E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Create Volume </a:t>
            </a:r>
            <a:b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 needed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6172D79-2FD9-2F40-A918-7661AB5A72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07214" y="640080"/>
            <a:ext cx="5508779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394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0000F-32F4-A043-9941-A8F22E353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712" y="365125"/>
            <a:ext cx="9674087" cy="1325563"/>
          </a:xfrm>
        </p:spPr>
        <p:txBody>
          <a:bodyPr/>
          <a:lstStyle/>
          <a:p>
            <a:pPr algn="ctr"/>
            <a:r>
              <a:rPr lang="en-US" dirty="0"/>
              <a:t>Attach Extra Volume</a:t>
            </a:r>
          </a:p>
        </p:txBody>
      </p:sp>
      <p:pic>
        <p:nvPicPr>
          <p:cNvPr id="4" name="Content Placeholder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34D156E1-12EB-E34F-8006-DFC1952356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15409" y="1518996"/>
            <a:ext cx="6740709" cy="50555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D60546-CB53-5946-8621-4FA530F7C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 flipV="1">
            <a:off x="-520700" y="2667000"/>
            <a:ext cx="4699000" cy="368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60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65AFD-230B-1F4D-A9D9-3D3038CDE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Snapshots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8AA7FA8-3F9C-3649-A028-73440E672B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829821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8226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1B2727-8076-4B4D-9966-8F64089F1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54514A-6270-7F47-BABE-D848FF55B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60C9689-32FE-BC41-A508-1B88C50471E3}"/>
              </a:ext>
            </a:extLst>
          </p:cNvPr>
          <p:cNvSpPr txBox="1">
            <a:spLocks/>
          </p:cNvSpPr>
          <p:nvPr/>
        </p:nvSpPr>
        <p:spPr>
          <a:xfrm>
            <a:off x="4666162" y="2067021"/>
            <a:ext cx="6932803" cy="4132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dirty="0"/>
              <a:t>An Operating System is a program that acts as an </a:t>
            </a:r>
            <a:r>
              <a:rPr lang="en-CA" dirty="0">
                <a:solidFill>
                  <a:srgbClr val="FF0000"/>
                </a:solidFill>
              </a:rPr>
              <a:t>interface</a:t>
            </a:r>
            <a:r>
              <a:rPr lang="en-CA" dirty="0"/>
              <a:t> between the user of a computer and the computer hardware..</a:t>
            </a:r>
          </a:p>
          <a:p>
            <a:pPr marL="0" indent="0">
              <a:buNone/>
            </a:pPr>
            <a:r>
              <a:rPr lang="en-CA" dirty="0"/>
              <a:t>In another term, an operating system is a </a:t>
            </a:r>
            <a:r>
              <a:rPr lang="en-CA" dirty="0">
                <a:solidFill>
                  <a:srgbClr val="FF0000"/>
                </a:solidFill>
              </a:rPr>
              <a:t>manager</a:t>
            </a:r>
            <a:r>
              <a:rPr lang="en-CA" dirty="0"/>
              <a:t>. It manages all the available resources on a computer, from the CPU, to memory, to hard disk accesses.</a:t>
            </a:r>
          </a:p>
          <a:p>
            <a:pPr marL="0" indent="0">
              <a:buNone/>
            </a:pPr>
            <a:r>
              <a:rPr lang="en-CA" dirty="0"/>
              <a:t>Tasks the operating system must perform: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CA" b="1" dirty="0"/>
              <a:t>Control Hardware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CA" b="1" dirty="0"/>
              <a:t>Run Applications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CA" b="1" dirty="0"/>
              <a:t>Manage Data and Files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CA" b="1" dirty="0"/>
              <a:t>Security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C0A155-91FF-204E-89ED-7368A09D4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35" y="1979237"/>
            <a:ext cx="3715183" cy="430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874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1B2727-8076-4B4D-9966-8F64089F1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54514A-6270-7F47-BABE-D848FF55B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46AC7A4-6AAE-694A-B75B-C12AB783A665}"/>
              </a:ext>
            </a:extLst>
          </p:cNvPr>
          <p:cNvSpPr txBox="1">
            <a:spLocks noChangeArrowheads="1"/>
          </p:cNvSpPr>
          <p:nvPr/>
        </p:nvSpPr>
        <p:spPr>
          <a:xfrm>
            <a:off x="1276350" y="2055813"/>
            <a:ext cx="10515600" cy="4256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CA" dirty="0"/>
              <a:t>The Unix operating system found (MIT, GE, and AT&amp;T Bell Lab) its beginnings in MULTICS which stands for Multiplexed Operating and Computing system (Time-Sharing OS) around 1965. </a:t>
            </a:r>
            <a:endParaRPr lang="en-US" alt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dirty="0"/>
              <a:t>A multi-task and multi-user Operating System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dirty="0"/>
              <a:t>Developed in 1969 at AT&amp;T’s Bell Labs by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dirty="0"/>
              <a:t>Ken Thompson (Unix)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dirty="0"/>
              <a:t>Dennis Ritchie (C)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dirty="0"/>
              <a:t>Douglas </a:t>
            </a:r>
            <a:r>
              <a:rPr lang="en-US" altLang="en-US" dirty="0" err="1"/>
              <a:t>Mcliroy</a:t>
            </a:r>
            <a:r>
              <a:rPr lang="en-US" altLang="en-US" dirty="0"/>
              <a:t> (Pipeline)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dirty="0"/>
              <a:t>Some other variants: Solaris, SCO Unix, SunOS, FreeBSD, NetBSD, OpenBSD, BSDI</a:t>
            </a:r>
          </a:p>
          <a:p>
            <a:pPr lvl="1"/>
            <a:endParaRPr lang="en-US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3AF241-80F1-564A-94EC-F32B78002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9601199" y="0"/>
            <a:ext cx="2590799" cy="2030626"/>
          </a:xfrm>
          <a:prstGeom prst="rect">
            <a:avLst/>
          </a:prstGeom>
        </p:spPr>
      </p:pic>
      <p:sp>
        <p:nvSpPr>
          <p:cNvPr id="8" name="Rectangle 8">
            <a:extLst>
              <a:ext uri="{FF2B5EF4-FFF2-40B4-BE49-F238E27FC236}">
                <a16:creationId xmlns:a16="http://schemas.microsoft.com/office/drawing/2014/main" id="{26EFD2C8-CD7D-E948-8536-538F39454CEA}"/>
              </a:ext>
            </a:extLst>
          </p:cNvPr>
          <p:cNvSpPr txBox="1">
            <a:spLocks noChangeArrowheads="1"/>
          </p:cNvSpPr>
          <p:nvPr/>
        </p:nvSpPr>
        <p:spPr>
          <a:xfrm>
            <a:off x="1510748" y="615157"/>
            <a:ext cx="6553200" cy="1143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200" dirty="0">
                <a:solidFill>
                  <a:schemeClr val="accent1"/>
                </a:solidFill>
              </a:rPr>
              <a:t>What is Unix?</a:t>
            </a:r>
            <a:endParaRPr lang="en-US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967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BAE74-EA6E-904C-B446-53812C21E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548" y="2800898"/>
            <a:ext cx="2888974" cy="1325563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58E74-44CB-104C-A5A9-07DF8F72D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0530E8-C1A5-CF4B-8FCB-5D3B97781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570908" y="1308103"/>
            <a:ext cx="6656737" cy="43111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47FBF7-A579-604D-8EBD-09990F5D7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870" y="932069"/>
            <a:ext cx="850900" cy="477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967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BAE74-EA6E-904C-B446-53812C21E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19200"/>
            <a:ext cx="9603275" cy="634554"/>
          </a:xfrm>
        </p:spPr>
        <p:txBody>
          <a:bodyPr>
            <a:normAutofit fontScale="90000"/>
          </a:bodyPr>
          <a:lstStyle/>
          <a:p>
            <a:r>
              <a:rPr lang="en-CA" dirty="0"/>
              <a:t>Unix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58E74-44CB-104C-A5A9-07DF8F72D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6B70A9-10C2-2A4D-B001-EAE38C82F9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2031" y="986888"/>
            <a:ext cx="5112823" cy="5112823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D51C2BF-DFC8-AB45-A865-8E5E02D559F2}"/>
              </a:ext>
            </a:extLst>
          </p:cNvPr>
          <p:cNvSpPr txBox="1">
            <a:spLocks/>
          </p:cNvSpPr>
          <p:nvPr/>
        </p:nvSpPr>
        <p:spPr>
          <a:xfrm>
            <a:off x="1451579" y="2604929"/>
            <a:ext cx="5035550" cy="3023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CA" sz="2400"/>
              <a:t>Kernel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sz="2400"/>
              <a:t>Shell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sz="2400"/>
              <a:t>Commands and Utilities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sz="2400"/>
              <a:t>Files and Directories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1861878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1336813" y="877404"/>
            <a:ext cx="8770571" cy="73206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>
                <a:solidFill>
                  <a:schemeClr val="accent1"/>
                </a:solidFill>
              </a:rPr>
              <a:t>What is Linux?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idx="1"/>
          </p:nvPr>
        </p:nvSpPr>
        <p:spPr>
          <a:xfrm>
            <a:off x="1485900" y="2207795"/>
            <a:ext cx="8770571" cy="3651504"/>
          </a:xfrm>
        </p:spPr>
        <p:txBody>
          <a:bodyPr>
            <a:normAutofit fontScale="92500"/>
          </a:bodyPr>
          <a:lstStyle/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sz="2600" dirty="0"/>
              <a:t>A clone of Unix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sz="2600" dirty="0"/>
              <a:t>Developed in 1991 by </a:t>
            </a:r>
            <a:r>
              <a:rPr lang="en-US" altLang="en-US" sz="2600" u="sng" dirty="0"/>
              <a:t>Linus Torvalds</a:t>
            </a:r>
            <a:r>
              <a:rPr lang="en-US" altLang="en-US" sz="2600" dirty="0"/>
              <a:t>, a Finnish graduate student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sz="2600" dirty="0"/>
              <a:t>Inspired by and replacement of </a:t>
            </a:r>
            <a:r>
              <a:rPr lang="en-US" altLang="en-US" sz="2600" dirty="0" err="1"/>
              <a:t>Minix</a:t>
            </a:r>
            <a:endParaRPr lang="en-US" altLang="en-US" sz="2600" dirty="0"/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sz="2600" dirty="0"/>
              <a:t>Linus' </a:t>
            </a:r>
            <a:r>
              <a:rPr lang="en-US" altLang="en-US" sz="2600" dirty="0" err="1"/>
              <a:t>Minix</a:t>
            </a:r>
            <a:r>
              <a:rPr lang="en-US" altLang="en-US" sz="2600" dirty="0"/>
              <a:t> became Linux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sz="2600" dirty="0"/>
              <a:t>Consist of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2200" dirty="0"/>
              <a:t>Linux Kernel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2200" dirty="0"/>
              <a:t>GNU (</a:t>
            </a:r>
            <a:r>
              <a:rPr lang="en-US" altLang="zh-CN" sz="2200" dirty="0"/>
              <a:t>free software</a:t>
            </a:r>
            <a:r>
              <a:rPr lang="en-US" altLang="en-US" sz="2200" dirty="0"/>
              <a:t>) Software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2200" dirty="0"/>
              <a:t>Software Package management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2200" dirty="0"/>
              <a:t>Others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9AAE1E-9469-1441-9BAD-906EDC03F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457" y="1609464"/>
            <a:ext cx="10706100" cy="513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526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10387" y="681037"/>
            <a:ext cx="4080879" cy="178881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Which Linux Distribution is better?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idx="1"/>
          </p:nvPr>
        </p:nvSpPr>
        <p:spPr>
          <a:xfrm>
            <a:off x="710389" y="2630161"/>
            <a:ext cx="4399682" cy="3546801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en-US" sz="2000" dirty="0"/>
              <a:t>Ask yourself these questions (from LAH)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2000" dirty="0"/>
              <a:t>Is it going to be around in 5 years?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2000" dirty="0"/>
              <a:t>Is it going to stay on top of the latest security patches?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2000" dirty="0"/>
              <a:t>Is it going to release updated software promptly?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2000" dirty="0"/>
              <a:t>If I have problems, will the vendor talk to me?</a:t>
            </a:r>
          </a:p>
        </p:txBody>
      </p:sp>
      <p:sp>
        <p:nvSpPr>
          <p:cNvPr id="79" name="Rounded Rectangle 28">
            <a:extLst>
              <a:ext uri="{FF2B5EF4-FFF2-40B4-BE49-F238E27FC236}">
                <a16:creationId xmlns:a16="http://schemas.microsoft.com/office/drawing/2014/main" id="{A783CD55-1776-4C75-9A8F-D1179C0C7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5903" y="640091"/>
            <a:ext cx="6266120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70" name="Picture 11269" descr="Question mark boxes">
            <a:extLst>
              <a:ext uri="{FF2B5EF4-FFF2-40B4-BE49-F238E27FC236}">
                <a16:creationId xmlns:a16="http://schemas.microsoft.com/office/drawing/2014/main" id="{66120665-FA71-4C1D-A8F9-E9974BAB2A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141" r="15258" b="-2"/>
          <a:stretch/>
        </p:blipFill>
        <p:spPr>
          <a:xfrm>
            <a:off x="5441735" y="804672"/>
            <a:ext cx="5934456" cy="524865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925129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5400"/>
              <a:t>Which Linux Distribution is better?</a:t>
            </a:r>
          </a:p>
        </p:txBody>
      </p:sp>
      <p:sp>
        <p:nvSpPr>
          <p:cNvPr id="75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0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en-US" sz="2000"/>
              <a:t>There are more than 300 Linux Distributions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en-US" altLang="en-US" sz="2000" dirty="0"/>
              <a:t>Slackware (one of the oldest, simple and stable distro.)</a:t>
            </a:r>
            <a:endParaRPr lang="en-US" altLang="en-US" sz="2000"/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en-US" altLang="en-US" sz="2000">
                <a:highlight>
                  <a:srgbClr val="FFFF00"/>
                </a:highlight>
              </a:rPr>
              <a:t>Redhat</a:t>
            </a:r>
          </a:p>
          <a:p>
            <a:pPr lvl="2" eaLnBrk="1" hangingPunct="1">
              <a:buFont typeface="Wingdings" panose="05000000000000000000" pitchFamily="2" charset="2"/>
              <a:buChar char="ü"/>
            </a:pPr>
            <a:r>
              <a:rPr lang="en-US" altLang="en-US"/>
              <a:t>RHEL (commercially support)</a:t>
            </a:r>
          </a:p>
          <a:p>
            <a:pPr lvl="2" eaLnBrk="1" hangingPunct="1">
              <a:buFont typeface="Wingdings" panose="05000000000000000000" pitchFamily="2" charset="2"/>
              <a:buChar char="ü"/>
            </a:pPr>
            <a:r>
              <a:rPr lang="en-US" altLang="en-US"/>
              <a:t>Fedora (free)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en-US" altLang="en-US" sz="2000">
                <a:highlight>
                  <a:srgbClr val="FFFF00"/>
                </a:highlight>
              </a:rPr>
              <a:t>CentOS</a:t>
            </a:r>
            <a:r>
              <a:rPr lang="en-US" altLang="en-US" sz="2000" dirty="0"/>
              <a:t> (free RHEL, based in England)</a:t>
            </a:r>
            <a:endParaRPr lang="en-US" altLang="en-US" sz="2000"/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en-US" altLang="en-US" sz="2000"/>
              <a:t>SuSe</a:t>
            </a:r>
            <a:r>
              <a:rPr lang="en-US" altLang="en-US" sz="2000" dirty="0"/>
              <a:t> ( based in German)</a:t>
            </a:r>
            <a:endParaRPr lang="en-US" altLang="en-US" sz="2000"/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en-US" altLang="en-US" sz="2000" dirty="0"/>
              <a:t>Gentoo (Source code based)</a:t>
            </a:r>
            <a:endParaRPr lang="en-US" altLang="en-US" sz="2000"/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en-US" altLang="en-US" sz="2000"/>
              <a:t>Debian</a:t>
            </a:r>
            <a:r>
              <a:rPr lang="en-US" altLang="en-US" sz="2000" dirty="0"/>
              <a:t> (one of the few called GNU/Linux)</a:t>
            </a:r>
            <a:endParaRPr lang="en-US" altLang="en-US" sz="2000"/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en-US" altLang="en-US" sz="2000">
                <a:highlight>
                  <a:srgbClr val="FFFF00"/>
                </a:highlight>
              </a:rPr>
              <a:t>Ubuntu</a:t>
            </a:r>
            <a:r>
              <a:rPr lang="en-US" altLang="en-US" sz="2000" dirty="0"/>
              <a:t> (based in South Africa)</a:t>
            </a:r>
            <a:endParaRPr lang="en-US" altLang="en-US" sz="2000"/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en-US" altLang="en-US" sz="2000"/>
              <a:t>Knoppix</a:t>
            </a:r>
            <a:r>
              <a:rPr lang="en-US" altLang="en-US" sz="2000" dirty="0"/>
              <a:t> (first </a:t>
            </a:r>
            <a:r>
              <a:rPr lang="en-US" altLang="en-US" sz="2000"/>
              <a:t>LiveCD</a:t>
            </a:r>
            <a:r>
              <a:rPr lang="en-US" altLang="en-US" sz="2000" dirty="0"/>
              <a:t> distro.)</a:t>
            </a:r>
            <a:endParaRPr lang="en-US" altLang="en-US" sz="2000"/>
          </a:p>
          <a:p>
            <a:pPr lvl="1" eaLnBrk="1" hangingPunct="1"/>
            <a:r>
              <a:rPr lang="en-US" altLang="en-US" sz="2000" dirty="0"/>
              <a:t>…</a:t>
            </a:r>
            <a:endParaRPr lang="en-US" altLang="en-US" sz="2000"/>
          </a:p>
        </p:txBody>
      </p:sp>
    </p:spTree>
    <p:extLst>
      <p:ext uri="{BB962C8B-B14F-4D97-AF65-F5344CB8AC3E}">
        <p14:creationId xmlns:p14="http://schemas.microsoft.com/office/powerpoint/2010/main" val="2809463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E57A3F2-3497-430E-BCD2-151E9B574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 6">
            <a:extLst>
              <a:ext uri="{FF2B5EF4-FFF2-40B4-BE49-F238E27FC236}">
                <a16:creationId xmlns:a16="http://schemas.microsoft.com/office/drawing/2014/main" id="{88B1F424-0E60-4F04-AFC7-00E1F2110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521144" y="911116"/>
            <a:ext cx="687754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Freeform 7">
            <a:extLst>
              <a:ext uri="{FF2B5EF4-FFF2-40B4-BE49-F238E27FC236}">
                <a16:creationId xmlns:a16="http://schemas.microsoft.com/office/drawing/2014/main" id="{6B509DD1-7F4E-4C4D-9B18-626473A5F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800164" y="643467"/>
            <a:ext cx="409371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BB89D3BB-9A77-48E3-8C98-9A0A1DD4F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95529" y="644382"/>
            <a:ext cx="3856024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2245FBA-06FD-4753-A6EE-C298B5465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754" y="1522820"/>
            <a:ext cx="2748041" cy="3601914"/>
          </a:xfrm>
        </p:spPr>
        <p:txBody>
          <a:bodyPr anchor="ctr">
            <a:normAutofit/>
          </a:bodyPr>
          <a:lstStyle/>
          <a:p>
            <a:r>
              <a:rPr lang="en-CA" sz="3600">
                <a:solidFill>
                  <a:srgbClr val="FFFFFF"/>
                </a:solidFill>
              </a:rPr>
              <a:t>Linux Advantages</a:t>
            </a:r>
            <a:endParaRPr lang="en-US" sz="3600">
              <a:solidFill>
                <a:srgbClr val="FFFFFF"/>
              </a:solidFill>
            </a:endParaRPr>
          </a:p>
        </p:txBody>
      </p:sp>
      <p:graphicFrame>
        <p:nvGraphicFramePr>
          <p:cNvPr id="24" name="Content Placeholder 5">
            <a:extLst>
              <a:ext uri="{FF2B5EF4-FFF2-40B4-BE49-F238E27FC236}">
                <a16:creationId xmlns:a16="http://schemas.microsoft.com/office/drawing/2014/main" id="{F44D57E0-1032-4A0E-B427-54A3E86910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4582237"/>
              </p:ext>
            </p:extLst>
          </p:nvPr>
        </p:nvGraphicFramePr>
        <p:xfrm>
          <a:off x="5042848" y="643467"/>
          <a:ext cx="6489510" cy="52525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46680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CA" sz="5400">
                <a:solidFill>
                  <a:srgbClr val="FFFFFF"/>
                </a:solidFill>
              </a:rPr>
              <a:t>Linux vs. Windows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335330-88CF-4CF9-BE8B-D14D05163C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1636296"/>
              </p:ext>
            </p:extLst>
          </p:nvPr>
        </p:nvGraphicFramePr>
        <p:xfrm>
          <a:off x="5087007" y="541606"/>
          <a:ext cx="689478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357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CA" sz="5000"/>
              <a:t>File System of Linux/Unix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CA" sz="2200"/>
              <a:t>A file system is a logical collection of files on a partition or disk.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CA" sz="2200"/>
              <a:t>A partition is a container for information and can span an entire hard drive if desired.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CA" sz="2200">
                <a:highlight>
                  <a:srgbClr val="FFFF00"/>
                </a:highlight>
              </a:rPr>
              <a:t>Everything in Unix/Linux is considered to be a file</a:t>
            </a:r>
            <a:r>
              <a:rPr lang="en-CA" sz="2200"/>
              <a:t>, including physical devices such as DVD-ROMs, USB devices, floppy drives, SSD, and so forth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931329"/>
            <a:ext cx="5458968" cy="299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228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821F19-6007-4602-844D-CF0B92261821}"/>
              </a:ext>
            </a:extLst>
          </p:cNvPr>
          <p:cNvSpPr txBox="1"/>
          <p:nvPr/>
        </p:nvSpPr>
        <p:spPr>
          <a:xfrm>
            <a:off x="638882" y="639193"/>
            <a:ext cx="3571810" cy="35735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Linux Boot Process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C4FEB6-2D1E-4311-80B6-CFFFA5E9E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966" y="640080"/>
            <a:ext cx="5453276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297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4C0B10B-D2C4-4A54-AFAD-3D27DF88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BADB90-C74B-40D6-86DC-503F65FCE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19" name="Freeform 44">
              <a:extLst>
                <a:ext uri="{FF2B5EF4-FFF2-40B4-BE49-F238E27FC236}">
                  <a16:creationId xmlns:a16="http://schemas.microsoft.com/office/drawing/2014/main" id="{6559431D-1886-4AE0-9B87-9AD2ECAB8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45">
              <a:extLst>
                <a:ext uri="{FF2B5EF4-FFF2-40B4-BE49-F238E27FC236}">
                  <a16:creationId xmlns:a16="http://schemas.microsoft.com/office/drawing/2014/main" id="{373850A5-B04A-4FCD-9E73-EE322167F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46">
              <a:extLst>
                <a:ext uri="{FF2B5EF4-FFF2-40B4-BE49-F238E27FC236}">
                  <a16:creationId xmlns:a16="http://schemas.microsoft.com/office/drawing/2014/main" id="{82C18C67-80FA-4738-AA53-0AF2419F98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47">
              <a:extLst>
                <a:ext uri="{FF2B5EF4-FFF2-40B4-BE49-F238E27FC236}">
                  <a16:creationId xmlns:a16="http://schemas.microsoft.com/office/drawing/2014/main" id="{48543B1A-8BF5-4C63-8404-41B2EA70B3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2DF5096-E051-498C-A3ED-CBA77A813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2D2D71-AA18-4C0C-9C41-0FA3EFBD1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File Types in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0FDB1-AACE-4D50-B394-44F36622C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904" y="2494450"/>
            <a:ext cx="4053545" cy="35631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b="1"/>
              <a:t>-</a:t>
            </a:r>
            <a:r>
              <a:rPr lang="en-CA" sz="2400"/>
              <a:t> : regular file</a:t>
            </a:r>
          </a:p>
          <a:p>
            <a:pPr marL="0" indent="0">
              <a:buNone/>
            </a:pPr>
            <a:r>
              <a:rPr lang="en-CA" sz="2400" b="1"/>
              <a:t>d</a:t>
            </a:r>
            <a:r>
              <a:rPr lang="en-CA" sz="2400"/>
              <a:t> : directory</a:t>
            </a:r>
          </a:p>
          <a:p>
            <a:pPr marL="0" indent="0">
              <a:buNone/>
            </a:pPr>
            <a:r>
              <a:rPr lang="en-CA" sz="2400" b="1"/>
              <a:t>c</a:t>
            </a:r>
            <a:r>
              <a:rPr lang="en-CA" sz="2400"/>
              <a:t> : character device file</a:t>
            </a:r>
          </a:p>
          <a:p>
            <a:pPr marL="0" indent="0">
              <a:buNone/>
            </a:pPr>
            <a:r>
              <a:rPr lang="en-CA" sz="2400" b="1"/>
              <a:t>b</a:t>
            </a:r>
            <a:r>
              <a:rPr lang="en-CA" sz="2400"/>
              <a:t> : block device file</a:t>
            </a:r>
          </a:p>
          <a:p>
            <a:pPr marL="0" indent="0">
              <a:buNone/>
            </a:pPr>
            <a:r>
              <a:rPr lang="en-CA" sz="2400" b="1">
                <a:highlight>
                  <a:srgbClr val="FFFF00"/>
                </a:highlight>
              </a:rPr>
              <a:t>s</a:t>
            </a:r>
            <a:r>
              <a:rPr lang="en-CA" sz="2400">
                <a:highlight>
                  <a:srgbClr val="FFFF00"/>
                </a:highlight>
              </a:rPr>
              <a:t> : local socket file</a:t>
            </a:r>
          </a:p>
          <a:p>
            <a:pPr marL="0" indent="0">
              <a:buNone/>
            </a:pPr>
            <a:r>
              <a:rPr lang="en-CA" sz="2400" b="1">
                <a:highlight>
                  <a:srgbClr val="FFFF00"/>
                </a:highlight>
              </a:rPr>
              <a:t>p</a:t>
            </a:r>
            <a:r>
              <a:rPr lang="en-CA" sz="2400">
                <a:highlight>
                  <a:srgbClr val="FFFF00"/>
                </a:highlight>
              </a:rPr>
              <a:t> : named pipe</a:t>
            </a:r>
          </a:p>
          <a:p>
            <a:pPr marL="0" indent="0">
              <a:buNone/>
            </a:pPr>
            <a:r>
              <a:rPr lang="en-CA" sz="2400" b="1"/>
              <a:t>l</a:t>
            </a:r>
            <a:r>
              <a:rPr lang="en-CA" sz="2400"/>
              <a:t> : symbolic link</a:t>
            </a:r>
          </a:p>
          <a:p>
            <a:endParaRPr lang="en-US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648750-C3DB-4F82-812D-7F75166E7E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25" r="4632" b="6"/>
          <a:stretch/>
        </p:blipFill>
        <p:spPr>
          <a:xfrm>
            <a:off x="6098892" y="2492376"/>
            <a:ext cx="4802404" cy="356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4027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44A3D5-778A-434B-A043-591C6EB3A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272" y="368653"/>
            <a:ext cx="6135128" cy="61206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C9E3AF-2439-449F-AC36-3B88F6BBBFC1}"/>
              </a:ext>
            </a:extLst>
          </p:cNvPr>
          <p:cNvSpPr txBox="1"/>
          <p:nvPr/>
        </p:nvSpPr>
        <p:spPr>
          <a:xfrm>
            <a:off x="7236727" y="1089897"/>
            <a:ext cx="4492976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Recommended Partitioning Scheme</a:t>
            </a:r>
          </a:p>
          <a:p>
            <a:endParaRPr lang="en-CA" b="1" dirty="0"/>
          </a:p>
          <a:p>
            <a:r>
              <a:rPr lang="en-CA" sz="2400" dirty="0"/>
              <a:t>CentOS recommends that you create separate file systems at the following mount points: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CA" sz="2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sz="2400" dirty="0"/>
              <a:t>    /boot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sz="2400" dirty="0"/>
              <a:t>    / (root)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sz="2400" dirty="0"/>
              <a:t>    /home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sz="2400" dirty="0"/>
              <a:t>    swap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sz="2400" dirty="0"/>
              <a:t>   /boot/</a:t>
            </a:r>
            <a:r>
              <a:rPr lang="en-CA" sz="2400" dirty="0" err="1"/>
              <a:t>efi</a:t>
            </a:r>
            <a:r>
              <a:rPr lang="en-CA" sz="2400" dirty="0"/>
              <a:t> or /</a:t>
            </a:r>
            <a:r>
              <a:rPr lang="en-CA" sz="2400" dirty="0" err="1"/>
              <a:t>biosboot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245688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B0E72C5-8159-8F4B-A8C8-83E560C61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 dirty="0">
                <a:latin typeface="+mj-lt"/>
                <a:ea typeface="+mj-ea"/>
                <a:cs typeface="+mj-cs"/>
              </a:rPr>
              <a:t>File Tree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2557787-9530-D34F-9CA4-E44D414EF609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dirty="0"/>
              <a:t>/bin: </a:t>
            </a:r>
            <a:r>
              <a:rPr lang="en-US" sz="2200" dirty="0"/>
              <a:t>These are the executable programs that comprise the GNU/Linux utilities. </a:t>
            </a:r>
            <a:endParaRPr lang="en-US" altLang="en-US" sz="2200" dirty="0"/>
          </a:p>
          <a:p>
            <a:pPr>
              <a:lnSpc>
                <a:spcPct val="90000"/>
              </a:lnSpc>
            </a:pPr>
            <a:r>
              <a:rPr lang="en-US" altLang="en-US" sz="2200" dirty="0"/>
              <a:t>/boot: booting the operating system</a:t>
            </a:r>
          </a:p>
          <a:p>
            <a:pPr>
              <a:lnSpc>
                <a:spcPct val="90000"/>
              </a:lnSpc>
            </a:pPr>
            <a:r>
              <a:rPr lang="en-US" altLang="en-US" sz="2200" dirty="0"/>
              <a:t>/dev: Files that represent hardware components (</a:t>
            </a:r>
            <a:r>
              <a:rPr lang="en-US" altLang="en-US" sz="2200" dirty="0" err="1"/>
              <a:t>sr</a:t>
            </a:r>
            <a:r>
              <a:rPr lang="en-US" altLang="en-US" sz="2200" dirty="0"/>
              <a:t>, </a:t>
            </a:r>
            <a:r>
              <a:rPr lang="en-US" altLang="en-US" sz="2200" dirty="0" err="1"/>
              <a:t>lp</a:t>
            </a:r>
            <a:r>
              <a:rPr lang="en-US" altLang="en-US" sz="2200" dirty="0"/>
              <a:t>, </a:t>
            </a:r>
            <a:r>
              <a:rPr lang="en-US" altLang="en-US" sz="2200" dirty="0" err="1"/>
              <a:t>sda</a:t>
            </a:r>
            <a:r>
              <a:rPr lang="en-US" altLang="en-US" sz="2200" dirty="0"/>
              <a:t>..)</a:t>
            </a:r>
          </a:p>
          <a:p>
            <a:pPr>
              <a:lnSpc>
                <a:spcPct val="90000"/>
              </a:lnSpc>
            </a:pPr>
            <a:r>
              <a:rPr lang="en-US" altLang="en-US" sz="2200" dirty="0"/>
              <a:t>/etc: Contains system configuration files</a:t>
            </a:r>
          </a:p>
          <a:p>
            <a:pPr>
              <a:lnSpc>
                <a:spcPct val="90000"/>
              </a:lnSpc>
            </a:pPr>
            <a:r>
              <a:rPr lang="en-US" altLang="en-US" sz="2200" dirty="0"/>
              <a:t>/home: Contains user directories and files</a:t>
            </a:r>
          </a:p>
          <a:p>
            <a:pPr>
              <a:lnSpc>
                <a:spcPct val="90000"/>
              </a:lnSpc>
            </a:pPr>
            <a:r>
              <a:rPr lang="en-US" altLang="en-US" sz="2200" dirty="0"/>
              <a:t>/lib: </a:t>
            </a:r>
            <a:r>
              <a:rPr lang="en-US" sz="2200" dirty="0"/>
              <a:t>Contains all library files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107635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B0E72C5-8159-8F4B-A8C8-83E560C61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File Tree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2557787-9530-D34F-9CA4-E44D414EF609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929384"/>
            <a:ext cx="10684764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200" dirty="0"/>
              <a:t>/(root): Root users’ home directory; Starting point of the directory tree</a:t>
            </a:r>
          </a:p>
          <a:p>
            <a:pPr>
              <a:lnSpc>
                <a:spcPct val="80000"/>
              </a:lnSpc>
            </a:pPr>
            <a:r>
              <a:rPr lang="en-US" altLang="en-US" sz="2200" dirty="0"/>
              <a:t>/sbin: System binary files reside here. If there is no /sbin directory on your system, these files most likely reside in /etc</a:t>
            </a:r>
          </a:p>
          <a:p>
            <a:pPr>
              <a:lnSpc>
                <a:spcPct val="80000"/>
              </a:lnSpc>
            </a:pPr>
            <a:r>
              <a:rPr lang="en-US" altLang="en-US" sz="2200" dirty="0"/>
              <a:t>/usr: </a:t>
            </a:r>
            <a:r>
              <a:rPr lang="en-CA" sz="2200" dirty="0"/>
              <a:t>The name of this directory is pronounced "user", and it generally contains application programs, libraries, and other files that are not part of the GNU/Linux system</a:t>
            </a:r>
            <a:endParaRPr lang="en-US" altLang="en-US" sz="2200" dirty="0"/>
          </a:p>
          <a:p>
            <a:pPr>
              <a:lnSpc>
                <a:spcPct val="80000"/>
              </a:lnSpc>
            </a:pPr>
            <a:r>
              <a:rPr lang="en-US" altLang="en-US" sz="2200" dirty="0"/>
              <a:t>/var: Variable data files</a:t>
            </a:r>
          </a:p>
          <a:p>
            <a:pPr>
              <a:lnSpc>
                <a:spcPct val="80000"/>
              </a:lnSpc>
            </a:pPr>
            <a:r>
              <a:rPr lang="en-US" altLang="en-US" sz="2200" dirty="0"/>
              <a:t>/tmp: Storage for temporary files which are periodically removed from the filesystem</a:t>
            </a:r>
          </a:p>
        </p:txBody>
      </p:sp>
    </p:spTree>
    <p:extLst>
      <p:ext uri="{BB962C8B-B14F-4D97-AF65-F5344CB8AC3E}">
        <p14:creationId xmlns:p14="http://schemas.microsoft.com/office/powerpoint/2010/main" val="29247025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58E74-44CB-104C-A5A9-07DF8F72D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0262FA4-AF73-0343-9C00-5AD3D86FFE16}"/>
              </a:ext>
            </a:extLst>
          </p:cNvPr>
          <p:cNvSpPr txBox="1">
            <a:spLocks noChangeArrowheads="1"/>
          </p:cNvSpPr>
          <p:nvPr/>
        </p:nvSpPr>
        <p:spPr>
          <a:xfrm>
            <a:off x="1451578" y="1934743"/>
            <a:ext cx="9603275" cy="52768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altLang="en-US" dirty="0"/>
              <a:t>Logical disk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000" dirty="0"/>
              <a:t>4 primary partitions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000" dirty="0"/>
              <a:t>Can be extended by extended partition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altLang="en-US" dirty="0"/>
              <a:t>To display:	</a:t>
            </a:r>
            <a:r>
              <a:rPr lang="en-US" altLang="en-US" sz="2000" dirty="0"/>
              <a:t>$ </a:t>
            </a:r>
            <a:r>
              <a:rPr lang="en-US" altLang="en-US" sz="2000" dirty="0" err="1"/>
              <a:t>fdisk</a:t>
            </a:r>
            <a:r>
              <a:rPr lang="en-US" altLang="en-US" sz="2000" dirty="0"/>
              <a:t> –l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altLang="en-US" dirty="0"/>
              <a:t>To partition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000" dirty="0"/>
              <a:t>$ </a:t>
            </a:r>
            <a:r>
              <a:rPr lang="en-US" altLang="en-US" sz="2000" dirty="0" err="1"/>
              <a:t>fdisk</a:t>
            </a:r>
            <a:r>
              <a:rPr lang="en-US" altLang="en-US" sz="2000" dirty="0"/>
              <a:t> /dev/</a:t>
            </a:r>
            <a:r>
              <a:rPr lang="en-US" altLang="en-US" sz="2000" dirty="0" err="1"/>
              <a:t>sda</a:t>
            </a:r>
            <a:endParaRPr lang="en-US" altLang="en-US" sz="2000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000" dirty="0"/>
              <a:t>m help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000" dirty="0">
                <a:solidFill>
                  <a:srgbClr val="FF0000"/>
                </a:solidFill>
              </a:rPr>
              <a:t>p display partition info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000" dirty="0">
                <a:solidFill>
                  <a:srgbClr val="FF0000"/>
                </a:solidFill>
              </a:rPr>
              <a:t>n new a partition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000" dirty="0"/>
              <a:t>d delete a partition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000" dirty="0"/>
              <a:t>l list known partition type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000" dirty="0"/>
              <a:t>t change partition id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A4D0EB8-7172-7F4D-A0B6-6257152CA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2208" y="365125"/>
            <a:ext cx="10081591" cy="1325563"/>
          </a:xfrm>
        </p:spPr>
        <p:txBody>
          <a:bodyPr/>
          <a:lstStyle/>
          <a:p>
            <a:r>
              <a:rPr lang="en-US" dirty="0"/>
              <a:t>Disk Partitions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61692A-AEAB-F942-BBD5-94568802E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208" y="1378221"/>
            <a:ext cx="9283148" cy="42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3535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BAE74-EA6E-904C-B446-53812C21E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19200"/>
            <a:ext cx="9603275" cy="634554"/>
          </a:xfrm>
        </p:spPr>
        <p:txBody>
          <a:bodyPr>
            <a:normAutofit fontScale="90000"/>
          </a:bodyPr>
          <a:lstStyle/>
          <a:p>
            <a:r>
              <a:rPr lang="en-CA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58E74-44CB-104C-A5A9-07DF8F72D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2BC6B16-C7F7-DC4A-AE54-D6094B8C40B2}"/>
              </a:ext>
            </a:extLst>
          </p:cNvPr>
          <p:cNvSpPr txBox="1">
            <a:spLocks noChangeArrowheads="1"/>
          </p:cNvSpPr>
          <p:nvPr/>
        </p:nvSpPr>
        <p:spPr>
          <a:xfrm>
            <a:off x="1451578" y="862793"/>
            <a:ext cx="4471988" cy="6191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 dirty="0">
                <a:solidFill>
                  <a:schemeClr val="accent1"/>
                </a:solidFill>
              </a:rPr>
              <a:t>Mount &amp; umount</a:t>
            </a:r>
          </a:p>
        </p:txBody>
      </p:sp>
      <p:graphicFrame>
        <p:nvGraphicFramePr>
          <p:cNvPr id="8" name="Rectangle 3">
            <a:extLst>
              <a:ext uri="{FF2B5EF4-FFF2-40B4-BE49-F238E27FC236}">
                <a16:creationId xmlns:a16="http://schemas.microsoft.com/office/drawing/2014/main" id="{17964691-F90C-4D4C-9417-36BD5E05381D}"/>
              </a:ext>
            </a:extLst>
          </p:cNvPr>
          <p:cNvGraphicFramePr/>
          <p:nvPr/>
        </p:nvGraphicFramePr>
        <p:xfrm>
          <a:off x="1451578" y="1947443"/>
          <a:ext cx="9603275" cy="32260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4AF6B85B-BC49-D548-83DC-8DE63937FB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 flipH="1">
            <a:off x="8983003" y="388969"/>
            <a:ext cx="3597965" cy="2820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4644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CCC63-06D1-A640-A900-E2C29707C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Lab Time</a:t>
            </a:r>
          </a:p>
        </p:txBody>
      </p:sp>
      <p:sp>
        <p:nvSpPr>
          <p:cNvPr id="29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rogramming data on computer monitor">
            <a:extLst>
              <a:ext uri="{FF2B5EF4-FFF2-40B4-BE49-F238E27FC236}">
                <a16:creationId xmlns:a16="http://schemas.microsoft.com/office/drawing/2014/main" id="{51BC2F7D-DEBC-4876-A2DC-87FCEAF08C3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3395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3269</TotalTime>
  <Words>1067</Words>
  <Application>Microsoft Macintosh PowerPoint</Application>
  <PresentationFormat>Widescreen</PresentationFormat>
  <Paragraphs>157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Courier New</vt:lpstr>
      <vt:lpstr>Wingdings</vt:lpstr>
      <vt:lpstr>Office Theme</vt:lpstr>
      <vt:lpstr>COMP 3962  Cloud Computing Platforms</vt:lpstr>
      <vt:lpstr>Agenda</vt:lpstr>
      <vt:lpstr>PowerPoint Presentation</vt:lpstr>
      <vt:lpstr>Create Volume  as needed</vt:lpstr>
      <vt:lpstr>Attach Extra Volume</vt:lpstr>
      <vt:lpstr>Snapshots</vt:lpstr>
      <vt:lpstr>Operating System</vt:lpstr>
      <vt:lpstr> </vt:lpstr>
      <vt:lpstr>Timeline</vt:lpstr>
      <vt:lpstr>Unix Architecture</vt:lpstr>
      <vt:lpstr>What is Linux?</vt:lpstr>
      <vt:lpstr>Which Linux Distribution is better?</vt:lpstr>
      <vt:lpstr>Which Linux Distribution is better?</vt:lpstr>
      <vt:lpstr>Linux Advantages</vt:lpstr>
      <vt:lpstr>Linux vs. Windows</vt:lpstr>
      <vt:lpstr>File System of Linux/Unix</vt:lpstr>
      <vt:lpstr>PowerPoint Presentation</vt:lpstr>
      <vt:lpstr>File Types in Linux</vt:lpstr>
      <vt:lpstr>PowerPoint Presentation</vt:lpstr>
      <vt:lpstr>File Tree</vt:lpstr>
      <vt:lpstr>File Tree</vt:lpstr>
      <vt:lpstr>Disk Partitions</vt:lpstr>
      <vt:lpstr> </vt:lpstr>
      <vt:lpstr>Lab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Frederic Guo</dc:creator>
  <cp:lastModifiedBy>Frederic Guo</cp:lastModifiedBy>
  <cp:revision>123</cp:revision>
  <dcterms:created xsi:type="dcterms:W3CDTF">2021-12-25T17:11:56Z</dcterms:created>
  <dcterms:modified xsi:type="dcterms:W3CDTF">2025-02-03T19:08:19Z</dcterms:modified>
</cp:coreProperties>
</file>